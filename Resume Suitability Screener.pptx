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0" r:id="rId6"/>
    <p:sldId id="258" r:id="rId7"/>
    <p:sldId id="292" r:id="rId8"/>
    <p:sldId id="287" r:id="rId9"/>
    <p:sldId id="286" r:id="rId10"/>
    <p:sldId id="289" r:id="rId11"/>
    <p:sldId id="288" r:id="rId12"/>
    <p:sldId id="293" r:id="rId13"/>
    <p:sldId id="291" r:id="rId14"/>
    <p:sldId id="29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>
        <p:scale>
          <a:sx n="66" d="100"/>
          <a:sy n="66" d="100"/>
        </p:scale>
        <p:origin x="1320" y="4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24EAE8-1979-4FC5-85D6-CF2B7F815833}" type="doc">
      <dgm:prSet loTypeId="urn:microsoft.com/office/officeart/2005/8/layout/vList6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AE95B34-069E-4159-BDFD-57F4DC5AB20A}">
      <dgm:prSet/>
      <dgm:spPr/>
      <dgm:t>
        <a:bodyPr/>
        <a:lstStyle/>
        <a:p>
          <a:r>
            <a:rPr lang="en-US" b="1"/>
            <a:t>Automates resume screening</a:t>
          </a:r>
        </a:p>
      </dgm:t>
    </dgm:pt>
    <dgm:pt modelId="{64182937-E890-4C27-884F-F10E3787E7FB}" type="parTrans" cxnId="{7936FDE7-F952-4C9F-96BC-CC825BBC42F5}">
      <dgm:prSet/>
      <dgm:spPr/>
      <dgm:t>
        <a:bodyPr/>
        <a:lstStyle/>
        <a:p>
          <a:endParaRPr lang="en-US"/>
        </a:p>
      </dgm:t>
    </dgm:pt>
    <dgm:pt modelId="{4A83D1B8-9CED-4254-84B0-7C159734DF9A}" type="sibTrans" cxnId="{7936FDE7-F952-4C9F-96BC-CC825BBC42F5}">
      <dgm:prSet/>
      <dgm:spPr/>
      <dgm:t>
        <a:bodyPr/>
        <a:lstStyle/>
        <a:p>
          <a:endParaRPr lang="en-US"/>
        </a:p>
      </dgm:t>
    </dgm:pt>
    <dgm:pt modelId="{AB2CF221-885E-42B9-9628-AA4364FA73B1}">
      <dgm:prSet/>
      <dgm:spPr/>
      <dgm:t>
        <a:bodyPr/>
        <a:lstStyle/>
        <a:p>
          <a:r>
            <a:rPr lang="en-US" b="1" dirty="0"/>
            <a:t>The system replaces manual resume evaluation with an AI-driven approach, making the shortlisting process faster and less error-prone.</a:t>
          </a:r>
        </a:p>
      </dgm:t>
    </dgm:pt>
    <dgm:pt modelId="{0A3F07C6-55C0-477C-BDBE-0781060533C8}" type="parTrans" cxnId="{B0705905-F346-4B87-B6DA-0680455E2565}">
      <dgm:prSet/>
      <dgm:spPr/>
      <dgm:t>
        <a:bodyPr/>
        <a:lstStyle/>
        <a:p>
          <a:endParaRPr lang="en-US"/>
        </a:p>
      </dgm:t>
    </dgm:pt>
    <dgm:pt modelId="{4F799D6E-F7CE-4465-BB55-3F408EDCB88C}" type="sibTrans" cxnId="{B0705905-F346-4B87-B6DA-0680455E2565}">
      <dgm:prSet/>
      <dgm:spPr/>
      <dgm:t>
        <a:bodyPr/>
        <a:lstStyle/>
        <a:p>
          <a:endParaRPr lang="en-US"/>
        </a:p>
      </dgm:t>
    </dgm:pt>
    <dgm:pt modelId="{0E1A4740-044E-4350-ADA4-0D2BA735DA41}">
      <dgm:prSet/>
      <dgm:spPr/>
      <dgm:t>
        <a:bodyPr/>
        <a:lstStyle/>
        <a:p>
          <a:r>
            <a:rPr lang="en-US" b="1" dirty="0"/>
            <a:t>Analyzes resumes against specific job roles</a:t>
          </a:r>
        </a:p>
      </dgm:t>
    </dgm:pt>
    <dgm:pt modelId="{D01026AD-C43B-442D-A834-25E670199A9C}" type="parTrans" cxnId="{88DFAFF2-710A-467F-AABD-A988994A4217}">
      <dgm:prSet/>
      <dgm:spPr/>
      <dgm:t>
        <a:bodyPr/>
        <a:lstStyle/>
        <a:p>
          <a:endParaRPr lang="en-US"/>
        </a:p>
      </dgm:t>
    </dgm:pt>
    <dgm:pt modelId="{8D22460D-3125-4D10-80E3-BB008D7691FE}" type="sibTrans" cxnId="{88DFAFF2-710A-467F-AABD-A988994A4217}">
      <dgm:prSet/>
      <dgm:spPr/>
      <dgm:t>
        <a:bodyPr/>
        <a:lstStyle/>
        <a:p>
          <a:endParaRPr lang="en-US"/>
        </a:p>
      </dgm:t>
    </dgm:pt>
    <dgm:pt modelId="{3CB67D73-83CC-4580-AA9F-922ABD83351D}">
      <dgm:prSet/>
      <dgm:spPr/>
      <dgm:t>
        <a:bodyPr/>
        <a:lstStyle/>
        <a:p>
          <a:r>
            <a:rPr lang="en-US" b="1" dirty="0"/>
            <a:t>Recruiters can choose a target job role, and the system evaluates how well each uploaded resume matches that role.</a:t>
          </a:r>
        </a:p>
      </dgm:t>
    </dgm:pt>
    <dgm:pt modelId="{A8C4800C-98E7-45A2-94D9-00CB9ADB3B9D}" type="parTrans" cxnId="{F2DD8AAA-0054-4935-A2AD-977C128753CF}">
      <dgm:prSet/>
      <dgm:spPr/>
      <dgm:t>
        <a:bodyPr/>
        <a:lstStyle/>
        <a:p>
          <a:endParaRPr lang="en-US"/>
        </a:p>
      </dgm:t>
    </dgm:pt>
    <dgm:pt modelId="{28E45CB9-5934-4075-AFE3-0A3DF7183453}" type="sibTrans" cxnId="{F2DD8AAA-0054-4935-A2AD-977C128753CF}">
      <dgm:prSet/>
      <dgm:spPr/>
      <dgm:t>
        <a:bodyPr/>
        <a:lstStyle/>
        <a:p>
          <a:endParaRPr lang="en-US"/>
        </a:p>
      </dgm:t>
    </dgm:pt>
    <dgm:pt modelId="{37A50BA2-8C24-4FC7-96FD-31EA023EC16D}">
      <dgm:prSet/>
      <dgm:spPr/>
      <dgm:t>
        <a:bodyPr/>
        <a:lstStyle/>
        <a:p>
          <a:r>
            <a:rPr lang="en-US" b="1"/>
            <a:t>Supports bulk processing</a:t>
          </a:r>
        </a:p>
      </dgm:t>
    </dgm:pt>
    <dgm:pt modelId="{8F440BED-11C8-484F-A167-E58B1828C720}" type="parTrans" cxnId="{19486185-1722-4057-952C-D479404E1FFD}">
      <dgm:prSet/>
      <dgm:spPr/>
      <dgm:t>
        <a:bodyPr/>
        <a:lstStyle/>
        <a:p>
          <a:endParaRPr lang="en-US"/>
        </a:p>
      </dgm:t>
    </dgm:pt>
    <dgm:pt modelId="{59F888E5-13D6-4989-BF04-568354989E82}" type="sibTrans" cxnId="{19486185-1722-4057-952C-D479404E1FFD}">
      <dgm:prSet/>
      <dgm:spPr/>
      <dgm:t>
        <a:bodyPr/>
        <a:lstStyle/>
        <a:p>
          <a:endParaRPr lang="en-US"/>
        </a:p>
      </dgm:t>
    </dgm:pt>
    <dgm:pt modelId="{ABD5B732-B7BA-47B5-9C5E-20DDEED4E846}">
      <dgm:prSet/>
      <dgm:spPr/>
      <dgm:t>
        <a:bodyPr/>
        <a:lstStyle/>
        <a:p>
          <a:r>
            <a:rPr lang="en-US" b="1" dirty="0"/>
            <a:t>The tool can handle multiple resumes simultaneously (up to 5 at a time), making it suitable for real hiring scenarios.</a:t>
          </a:r>
        </a:p>
      </dgm:t>
    </dgm:pt>
    <dgm:pt modelId="{9645B0B6-5149-435E-A3A7-F09B18354CC1}" type="parTrans" cxnId="{1823FE15-2349-431D-94B5-50C9CF273111}">
      <dgm:prSet/>
      <dgm:spPr/>
      <dgm:t>
        <a:bodyPr/>
        <a:lstStyle/>
        <a:p>
          <a:endParaRPr lang="en-US"/>
        </a:p>
      </dgm:t>
    </dgm:pt>
    <dgm:pt modelId="{564FE090-ACF4-4884-B6AB-2C25052DE8E4}" type="sibTrans" cxnId="{1823FE15-2349-431D-94B5-50C9CF273111}">
      <dgm:prSet/>
      <dgm:spPr/>
      <dgm:t>
        <a:bodyPr/>
        <a:lstStyle/>
        <a:p>
          <a:endParaRPr lang="en-US"/>
        </a:p>
      </dgm:t>
    </dgm:pt>
    <dgm:pt modelId="{2E2A4630-6719-42E5-9F79-3FAE5664439B}">
      <dgm:prSet/>
      <dgm:spPr/>
      <dgm:t>
        <a:bodyPr/>
        <a:lstStyle/>
        <a:p>
          <a:r>
            <a:rPr lang="en-US" b="1"/>
            <a:t>Generates suitability scores</a:t>
          </a:r>
        </a:p>
      </dgm:t>
    </dgm:pt>
    <dgm:pt modelId="{AA4B4023-64C9-4A90-9E89-A855F455DD00}" type="parTrans" cxnId="{E4106D9E-9040-469E-BE9B-2B9341E2C6F5}">
      <dgm:prSet/>
      <dgm:spPr/>
      <dgm:t>
        <a:bodyPr/>
        <a:lstStyle/>
        <a:p>
          <a:endParaRPr lang="en-US"/>
        </a:p>
      </dgm:t>
    </dgm:pt>
    <dgm:pt modelId="{B9BF28FD-EB62-429E-BE10-D44DF75F1E96}" type="sibTrans" cxnId="{E4106D9E-9040-469E-BE9B-2B9341E2C6F5}">
      <dgm:prSet/>
      <dgm:spPr/>
      <dgm:t>
        <a:bodyPr/>
        <a:lstStyle/>
        <a:p>
          <a:endParaRPr lang="en-US"/>
        </a:p>
      </dgm:t>
    </dgm:pt>
    <dgm:pt modelId="{AF75FF46-A9B3-47F8-A143-A66F0A5F48DF}">
      <dgm:prSet/>
      <dgm:spPr/>
      <dgm:t>
        <a:bodyPr/>
        <a:lstStyle/>
        <a:p>
          <a:r>
            <a:rPr lang="en-US" b="1" dirty="0"/>
            <a:t>Each resume is assigned a percentage score that reflects its relevance to the selected job role.</a:t>
          </a:r>
        </a:p>
      </dgm:t>
    </dgm:pt>
    <dgm:pt modelId="{8A136D30-5BCB-4FAF-8D5C-DE5633B6040D}" type="parTrans" cxnId="{5AF25106-48DD-4647-9A6E-BDA07488A62E}">
      <dgm:prSet/>
      <dgm:spPr/>
      <dgm:t>
        <a:bodyPr/>
        <a:lstStyle/>
        <a:p>
          <a:endParaRPr lang="en-US"/>
        </a:p>
      </dgm:t>
    </dgm:pt>
    <dgm:pt modelId="{FF84CF98-A8BA-4FD6-911A-04AD0D052BB0}" type="sibTrans" cxnId="{5AF25106-48DD-4647-9A6E-BDA07488A62E}">
      <dgm:prSet/>
      <dgm:spPr/>
      <dgm:t>
        <a:bodyPr/>
        <a:lstStyle/>
        <a:p>
          <a:endParaRPr lang="en-US"/>
        </a:p>
      </dgm:t>
    </dgm:pt>
    <dgm:pt modelId="{BAE05D1A-682E-4E14-A9CC-1DFA6F8AA88F}">
      <dgm:prSet/>
      <dgm:spPr/>
      <dgm:t>
        <a:bodyPr/>
        <a:lstStyle/>
        <a:p>
          <a:r>
            <a:rPr lang="en-US" b="1"/>
            <a:t>Provides clear visualization</a:t>
          </a:r>
        </a:p>
      </dgm:t>
    </dgm:pt>
    <dgm:pt modelId="{C2BAD9D8-7BDE-4344-ADA2-C1A79212F552}" type="parTrans" cxnId="{53274BF5-98CA-4C46-98AA-10BB5D4FC677}">
      <dgm:prSet/>
      <dgm:spPr/>
      <dgm:t>
        <a:bodyPr/>
        <a:lstStyle/>
        <a:p>
          <a:endParaRPr lang="en-US"/>
        </a:p>
      </dgm:t>
    </dgm:pt>
    <dgm:pt modelId="{C3F25507-98FE-4985-BC87-2587ED63B76B}" type="sibTrans" cxnId="{53274BF5-98CA-4C46-98AA-10BB5D4FC677}">
      <dgm:prSet/>
      <dgm:spPr/>
      <dgm:t>
        <a:bodyPr/>
        <a:lstStyle/>
        <a:p>
          <a:endParaRPr lang="en-US"/>
        </a:p>
      </dgm:t>
    </dgm:pt>
    <dgm:pt modelId="{8A7B0D88-8328-4B05-ABA3-69697CA89227}">
      <dgm:prSet/>
      <dgm:spPr/>
      <dgm:t>
        <a:bodyPr/>
        <a:lstStyle/>
        <a:p>
          <a:r>
            <a:rPr lang="en-US" b="1" dirty="0"/>
            <a:t>Results are shown in a donut chart, enabling easy comparison between candidates at a glance.</a:t>
          </a:r>
        </a:p>
      </dgm:t>
    </dgm:pt>
    <dgm:pt modelId="{B319A0E4-4DB5-4B71-9ABD-A84CB058D6EB}" type="parTrans" cxnId="{906C8D6E-364E-47A5-BB78-69C285CC22F6}">
      <dgm:prSet/>
      <dgm:spPr/>
      <dgm:t>
        <a:bodyPr/>
        <a:lstStyle/>
        <a:p>
          <a:endParaRPr lang="en-US"/>
        </a:p>
      </dgm:t>
    </dgm:pt>
    <dgm:pt modelId="{7A4F024F-7A02-45A0-8709-4FE2A21A5B29}" type="sibTrans" cxnId="{906C8D6E-364E-47A5-BB78-69C285CC22F6}">
      <dgm:prSet/>
      <dgm:spPr/>
      <dgm:t>
        <a:bodyPr/>
        <a:lstStyle/>
        <a:p>
          <a:endParaRPr lang="en-US"/>
        </a:p>
      </dgm:t>
    </dgm:pt>
    <dgm:pt modelId="{6AD14E75-5756-4CB6-8E4C-18A0BD7638E0}">
      <dgm:prSet/>
      <dgm:spPr/>
      <dgm:t>
        <a:bodyPr/>
        <a:lstStyle/>
        <a:p>
          <a:r>
            <a:rPr lang="en-US" b="1"/>
            <a:t>Improves efficiency and fairness</a:t>
          </a:r>
        </a:p>
      </dgm:t>
    </dgm:pt>
    <dgm:pt modelId="{10FD5994-9321-4D15-90E9-DD0A393B9984}" type="parTrans" cxnId="{2796D5CE-6177-4E93-84C6-BCAFA3AC0334}">
      <dgm:prSet/>
      <dgm:spPr/>
      <dgm:t>
        <a:bodyPr/>
        <a:lstStyle/>
        <a:p>
          <a:endParaRPr lang="en-US"/>
        </a:p>
      </dgm:t>
    </dgm:pt>
    <dgm:pt modelId="{4F27C038-7110-4378-BAAA-E683C15321A2}" type="sibTrans" cxnId="{2796D5CE-6177-4E93-84C6-BCAFA3AC0334}">
      <dgm:prSet/>
      <dgm:spPr/>
      <dgm:t>
        <a:bodyPr/>
        <a:lstStyle/>
        <a:p>
          <a:endParaRPr lang="en-US"/>
        </a:p>
      </dgm:t>
    </dgm:pt>
    <dgm:pt modelId="{04A93379-42D7-4538-A4F0-FF9894B9075B}">
      <dgm:prSet/>
      <dgm:spPr/>
      <dgm:t>
        <a:bodyPr/>
        <a:lstStyle/>
        <a:p>
          <a:r>
            <a:rPr lang="en-US" b="1" dirty="0"/>
            <a:t>Saves recruiters’ time and effort, while ensuring a consistent, unbiased, and data-driven shortlisting process.</a:t>
          </a:r>
        </a:p>
      </dgm:t>
    </dgm:pt>
    <dgm:pt modelId="{D32E3DB7-14AF-45F8-8920-FBBBA53A90B7}" type="parTrans" cxnId="{2126E14B-6349-46A0-B235-B87E03F35C77}">
      <dgm:prSet/>
      <dgm:spPr/>
      <dgm:t>
        <a:bodyPr/>
        <a:lstStyle/>
        <a:p>
          <a:endParaRPr lang="en-US"/>
        </a:p>
      </dgm:t>
    </dgm:pt>
    <dgm:pt modelId="{0845039F-8513-4BC7-A5DB-9F62FDA8DCA2}" type="sibTrans" cxnId="{2126E14B-6349-46A0-B235-B87E03F35C77}">
      <dgm:prSet/>
      <dgm:spPr/>
      <dgm:t>
        <a:bodyPr/>
        <a:lstStyle/>
        <a:p>
          <a:endParaRPr lang="en-US"/>
        </a:p>
      </dgm:t>
    </dgm:pt>
    <dgm:pt modelId="{BD78E09A-E2BB-441C-B649-2D0947824194}" type="pres">
      <dgm:prSet presAssocID="{4724EAE8-1979-4FC5-85D6-CF2B7F815833}" presName="Name0" presStyleCnt="0">
        <dgm:presLayoutVars>
          <dgm:dir/>
          <dgm:animLvl val="lvl"/>
          <dgm:resizeHandles/>
        </dgm:presLayoutVars>
      </dgm:prSet>
      <dgm:spPr/>
    </dgm:pt>
    <dgm:pt modelId="{00920730-1A0B-4ED6-82F1-F604DC70D499}" type="pres">
      <dgm:prSet presAssocID="{EAE95B34-069E-4159-BDFD-57F4DC5AB20A}" presName="linNode" presStyleCnt="0"/>
      <dgm:spPr/>
    </dgm:pt>
    <dgm:pt modelId="{7351E681-C65C-40CE-8FCA-6512880A81E3}" type="pres">
      <dgm:prSet presAssocID="{EAE95B34-069E-4159-BDFD-57F4DC5AB20A}" presName="parentShp" presStyleLbl="node1" presStyleIdx="0" presStyleCnt="6">
        <dgm:presLayoutVars>
          <dgm:bulletEnabled val="1"/>
        </dgm:presLayoutVars>
      </dgm:prSet>
      <dgm:spPr/>
    </dgm:pt>
    <dgm:pt modelId="{6C5DAC3B-9EBA-42E7-BF9D-A00F5D7F1126}" type="pres">
      <dgm:prSet presAssocID="{EAE95B34-069E-4159-BDFD-57F4DC5AB20A}" presName="childShp" presStyleLbl="bgAccFollowNode1" presStyleIdx="0" presStyleCnt="6">
        <dgm:presLayoutVars>
          <dgm:bulletEnabled val="1"/>
        </dgm:presLayoutVars>
      </dgm:prSet>
      <dgm:spPr/>
    </dgm:pt>
    <dgm:pt modelId="{F59F9967-261A-419E-8618-A00874FAAFFB}" type="pres">
      <dgm:prSet presAssocID="{4A83D1B8-9CED-4254-84B0-7C159734DF9A}" presName="spacing" presStyleCnt="0"/>
      <dgm:spPr/>
    </dgm:pt>
    <dgm:pt modelId="{6D827E59-EEF5-43F4-BA9C-7FA3708DDD9F}" type="pres">
      <dgm:prSet presAssocID="{0E1A4740-044E-4350-ADA4-0D2BA735DA41}" presName="linNode" presStyleCnt="0"/>
      <dgm:spPr/>
    </dgm:pt>
    <dgm:pt modelId="{BBD7AF42-AB03-4036-8787-B55B1463737E}" type="pres">
      <dgm:prSet presAssocID="{0E1A4740-044E-4350-ADA4-0D2BA735DA41}" presName="parentShp" presStyleLbl="node1" presStyleIdx="1" presStyleCnt="6">
        <dgm:presLayoutVars>
          <dgm:bulletEnabled val="1"/>
        </dgm:presLayoutVars>
      </dgm:prSet>
      <dgm:spPr/>
    </dgm:pt>
    <dgm:pt modelId="{D88C0966-4549-4A5F-8F62-FB1D599ACA43}" type="pres">
      <dgm:prSet presAssocID="{0E1A4740-044E-4350-ADA4-0D2BA735DA41}" presName="childShp" presStyleLbl="bgAccFollowNode1" presStyleIdx="1" presStyleCnt="6">
        <dgm:presLayoutVars>
          <dgm:bulletEnabled val="1"/>
        </dgm:presLayoutVars>
      </dgm:prSet>
      <dgm:spPr/>
    </dgm:pt>
    <dgm:pt modelId="{F7BD3336-0C5E-4F58-891C-5C2BA63B46AA}" type="pres">
      <dgm:prSet presAssocID="{8D22460D-3125-4D10-80E3-BB008D7691FE}" presName="spacing" presStyleCnt="0"/>
      <dgm:spPr/>
    </dgm:pt>
    <dgm:pt modelId="{A0917AF2-6B25-4E6D-B6EB-9933864F15F7}" type="pres">
      <dgm:prSet presAssocID="{37A50BA2-8C24-4FC7-96FD-31EA023EC16D}" presName="linNode" presStyleCnt="0"/>
      <dgm:spPr/>
    </dgm:pt>
    <dgm:pt modelId="{2CAC38CB-F2F5-4E60-987C-07C4E971C5C6}" type="pres">
      <dgm:prSet presAssocID="{37A50BA2-8C24-4FC7-96FD-31EA023EC16D}" presName="parentShp" presStyleLbl="node1" presStyleIdx="2" presStyleCnt="6">
        <dgm:presLayoutVars>
          <dgm:bulletEnabled val="1"/>
        </dgm:presLayoutVars>
      </dgm:prSet>
      <dgm:spPr/>
    </dgm:pt>
    <dgm:pt modelId="{3B076BEB-1ECF-47C6-9716-F5820B5E6AA9}" type="pres">
      <dgm:prSet presAssocID="{37A50BA2-8C24-4FC7-96FD-31EA023EC16D}" presName="childShp" presStyleLbl="bgAccFollowNode1" presStyleIdx="2" presStyleCnt="6">
        <dgm:presLayoutVars>
          <dgm:bulletEnabled val="1"/>
        </dgm:presLayoutVars>
      </dgm:prSet>
      <dgm:spPr/>
    </dgm:pt>
    <dgm:pt modelId="{57DE38BF-4E1E-44D3-89AA-E5950588A71D}" type="pres">
      <dgm:prSet presAssocID="{59F888E5-13D6-4989-BF04-568354989E82}" presName="spacing" presStyleCnt="0"/>
      <dgm:spPr/>
    </dgm:pt>
    <dgm:pt modelId="{EA4F51A6-F8BE-4672-A2FC-6E4A4A7050DB}" type="pres">
      <dgm:prSet presAssocID="{2E2A4630-6719-42E5-9F79-3FAE5664439B}" presName="linNode" presStyleCnt="0"/>
      <dgm:spPr/>
    </dgm:pt>
    <dgm:pt modelId="{C3E76127-0600-43BA-B997-82C9347C8E59}" type="pres">
      <dgm:prSet presAssocID="{2E2A4630-6719-42E5-9F79-3FAE5664439B}" presName="parentShp" presStyleLbl="node1" presStyleIdx="3" presStyleCnt="6">
        <dgm:presLayoutVars>
          <dgm:bulletEnabled val="1"/>
        </dgm:presLayoutVars>
      </dgm:prSet>
      <dgm:spPr/>
    </dgm:pt>
    <dgm:pt modelId="{CEEBF8B9-2175-456F-8C25-5CA7E4C4FFE4}" type="pres">
      <dgm:prSet presAssocID="{2E2A4630-6719-42E5-9F79-3FAE5664439B}" presName="childShp" presStyleLbl="bgAccFollowNode1" presStyleIdx="3" presStyleCnt="6">
        <dgm:presLayoutVars>
          <dgm:bulletEnabled val="1"/>
        </dgm:presLayoutVars>
      </dgm:prSet>
      <dgm:spPr/>
    </dgm:pt>
    <dgm:pt modelId="{B21BE37B-D003-4625-971D-E0B2A6184C01}" type="pres">
      <dgm:prSet presAssocID="{B9BF28FD-EB62-429E-BE10-D44DF75F1E96}" presName="spacing" presStyleCnt="0"/>
      <dgm:spPr/>
    </dgm:pt>
    <dgm:pt modelId="{C7F7F874-D463-4F1D-A3DD-12F49B9AE6DA}" type="pres">
      <dgm:prSet presAssocID="{BAE05D1A-682E-4E14-A9CC-1DFA6F8AA88F}" presName="linNode" presStyleCnt="0"/>
      <dgm:spPr/>
    </dgm:pt>
    <dgm:pt modelId="{9BBE1AB0-830E-4D11-98F4-0E8C8B5DCA18}" type="pres">
      <dgm:prSet presAssocID="{BAE05D1A-682E-4E14-A9CC-1DFA6F8AA88F}" presName="parentShp" presStyleLbl="node1" presStyleIdx="4" presStyleCnt="6">
        <dgm:presLayoutVars>
          <dgm:bulletEnabled val="1"/>
        </dgm:presLayoutVars>
      </dgm:prSet>
      <dgm:spPr/>
    </dgm:pt>
    <dgm:pt modelId="{2E7F380E-2A97-4003-8B11-72EF5A919FA8}" type="pres">
      <dgm:prSet presAssocID="{BAE05D1A-682E-4E14-A9CC-1DFA6F8AA88F}" presName="childShp" presStyleLbl="bgAccFollowNode1" presStyleIdx="4" presStyleCnt="6">
        <dgm:presLayoutVars>
          <dgm:bulletEnabled val="1"/>
        </dgm:presLayoutVars>
      </dgm:prSet>
      <dgm:spPr/>
    </dgm:pt>
    <dgm:pt modelId="{C9E0C094-6A65-4BDC-BA86-3E783C20305F}" type="pres">
      <dgm:prSet presAssocID="{C3F25507-98FE-4985-BC87-2587ED63B76B}" presName="spacing" presStyleCnt="0"/>
      <dgm:spPr/>
    </dgm:pt>
    <dgm:pt modelId="{3D0DA3A3-AF22-4ED1-A827-9A87717561F9}" type="pres">
      <dgm:prSet presAssocID="{6AD14E75-5756-4CB6-8E4C-18A0BD7638E0}" presName="linNode" presStyleCnt="0"/>
      <dgm:spPr/>
    </dgm:pt>
    <dgm:pt modelId="{372C1D40-9C24-4317-A43B-D242E1EACB6F}" type="pres">
      <dgm:prSet presAssocID="{6AD14E75-5756-4CB6-8E4C-18A0BD7638E0}" presName="parentShp" presStyleLbl="node1" presStyleIdx="5" presStyleCnt="6">
        <dgm:presLayoutVars>
          <dgm:bulletEnabled val="1"/>
        </dgm:presLayoutVars>
      </dgm:prSet>
      <dgm:spPr/>
    </dgm:pt>
    <dgm:pt modelId="{63821714-D7FA-49EF-9F6F-99A2CD7EA36D}" type="pres">
      <dgm:prSet presAssocID="{6AD14E75-5756-4CB6-8E4C-18A0BD7638E0}" presName="childShp" presStyleLbl="bgAccFollowNode1" presStyleIdx="5" presStyleCnt="6">
        <dgm:presLayoutVars>
          <dgm:bulletEnabled val="1"/>
        </dgm:presLayoutVars>
      </dgm:prSet>
      <dgm:spPr/>
    </dgm:pt>
  </dgm:ptLst>
  <dgm:cxnLst>
    <dgm:cxn modelId="{B0705905-F346-4B87-B6DA-0680455E2565}" srcId="{EAE95B34-069E-4159-BDFD-57F4DC5AB20A}" destId="{AB2CF221-885E-42B9-9628-AA4364FA73B1}" srcOrd="0" destOrd="0" parTransId="{0A3F07C6-55C0-477C-BDBE-0781060533C8}" sibTransId="{4F799D6E-F7CE-4465-BB55-3F408EDCB88C}"/>
    <dgm:cxn modelId="{5AF25106-48DD-4647-9A6E-BDA07488A62E}" srcId="{2E2A4630-6719-42E5-9F79-3FAE5664439B}" destId="{AF75FF46-A9B3-47F8-A143-A66F0A5F48DF}" srcOrd="0" destOrd="0" parTransId="{8A136D30-5BCB-4FAF-8D5C-DE5633B6040D}" sibTransId="{FF84CF98-A8BA-4FD6-911A-04AD0D052BB0}"/>
    <dgm:cxn modelId="{F4B92313-345C-4671-A2A8-1AADC1A4B218}" type="presOf" srcId="{4724EAE8-1979-4FC5-85D6-CF2B7F815833}" destId="{BD78E09A-E2BB-441C-B649-2D0947824194}" srcOrd="0" destOrd="0" presId="urn:microsoft.com/office/officeart/2005/8/layout/vList6"/>
    <dgm:cxn modelId="{1823FE15-2349-431D-94B5-50C9CF273111}" srcId="{37A50BA2-8C24-4FC7-96FD-31EA023EC16D}" destId="{ABD5B732-B7BA-47B5-9C5E-20DDEED4E846}" srcOrd="0" destOrd="0" parTransId="{9645B0B6-5149-435E-A3A7-F09B18354CC1}" sibTransId="{564FE090-ACF4-4884-B6AB-2C25052DE8E4}"/>
    <dgm:cxn modelId="{BF54B264-B05E-4090-993E-9BE41A64322B}" type="presOf" srcId="{EAE95B34-069E-4159-BDFD-57F4DC5AB20A}" destId="{7351E681-C65C-40CE-8FCA-6512880A81E3}" srcOrd="0" destOrd="0" presId="urn:microsoft.com/office/officeart/2005/8/layout/vList6"/>
    <dgm:cxn modelId="{341E416A-B693-438B-86A5-C68E09C7CDEA}" type="presOf" srcId="{0E1A4740-044E-4350-ADA4-0D2BA735DA41}" destId="{BBD7AF42-AB03-4036-8787-B55B1463737E}" srcOrd="0" destOrd="0" presId="urn:microsoft.com/office/officeart/2005/8/layout/vList6"/>
    <dgm:cxn modelId="{2126E14B-6349-46A0-B235-B87E03F35C77}" srcId="{6AD14E75-5756-4CB6-8E4C-18A0BD7638E0}" destId="{04A93379-42D7-4538-A4F0-FF9894B9075B}" srcOrd="0" destOrd="0" parTransId="{D32E3DB7-14AF-45F8-8920-FBBBA53A90B7}" sibTransId="{0845039F-8513-4BC7-A5DB-9F62FDA8DCA2}"/>
    <dgm:cxn modelId="{906C8D6E-364E-47A5-BB78-69C285CC22F6}" srcId="{BAE05D1A-682E-4E14-A9CC-1DFA6F8AA88F}" destId="{8A7B0D88-8328-4B05-ABA3-69697CA89227}" srcOrd="0" destOrd="0" parTransId="{B319A0E4-4DB5-4B71-9ABD-A84CB058D6EB}" sibTransId="{7A4F024F-7A02-45A0-8709-4FE2A21A5B29}"/>
    <dgm:cxn modelId="{AC05D14E-D075-4FCF-A3DD-4F5A1D782F99}" type="presOf" srcId="{3CB67D73-83CC-4580-AA9F-922ABD83351D}" destId="{D88C0966-4549-4A5F-8F62-FB1D599ACA43}" srcOrd="0" destOrd="0" presId="urn:microsoft.com/office/officeart/2005/8/layout/vList6"/>
    <dgm:cxn modelId="{A9EC5E71-77E5-4A21-9841-4F42D7A6F3C5}" type="presOf" srcId="{04A93379-42D7-4538-A4F0-FF9894B9075B}" destId="{63821714-D7FA-49EF-9F6F-99A2CD7EA36D}" srcOrd="0" destOrd="0" presId="urn:microsoft.com/office/officeart/2005/8/layout/vList6"/>
    <dgm:cxn modelId="{AEB74F72-248D-43BF-A82F-DA89084CB2B9}" type="presOf" srcId="{ABD5B732-B7BA-47B5-9C5E-20DDEED4E846}" destId="{3B076BEB-1ECF-47C6-9716-F5820B5E6AA9}" srcOrd="0" destOrd="0" presId="urn:microsoft.com/office/officeart/2005/8/layout/vList6"/>
    <dgm:cxn modelId="{9335A572-28EB-42AA-A8B1-E5E4B5750111}" type="presOf" srcId="{AF75FF46-A9B3-47F8-A143-A66F0A5F48DF}" destId="{CEEBF8B9-2175-456F-8C25-5CA7E4C4FFE4}" srcOrd="0" destOrd="0" presId="urn:microsoft.com/office/officeart/2005/8/layout/vList6"/>
    <dgm:cxn modelId="{9D5E4D82-6CEA-493B-8F66-24BDBABA3532}" type="presOf" srcId="{BAE05D1A-682E-4E14-A9CC-1DFA6F8AA88F}" destId="{9BBE1AB0-830E-4D11-98F4-0E8C8B5DCA18}" srcOrd="0" destOrd="0" presId="urn:microsoft.com/office/officeart/2005/8/layout/vList6"/>
    <dgm:cxn modelId="{19486185-1722-4057-952C-D479404E1FFD}" srcId="{4724EAE8-1979-4FC5-85D6-CF2B7F815833}" destId="{37A50BA2-8C24-4FC7-96FD-31EA023EC16D}" srcOrd="2" destOrd="0" parTransId="{8F440BED-11C8-484F-A167-E58B1828C720}" sibTransId="{59F888E5-13D6-4989-BF04-568354989E82}"/>
    <dgm:cxn modelId="{484FDC8B-1B94-47CA-9A8C-5ED51DD3D6C3}" type="presOf" srcId="{37A50BA2-8C24-4FC7-96FD-31EA023EC16D}" destId="{2CAC38CB-F2F5-4E60-987C-07C4E971C5C6}" srcOrd="0" destOrd="0" presId="urn:microsoft.com/office/officeart/2005/8/layout/vList6"/>
    <dgm:cxn modelId="{BFD42B8D-48AC-412E-A47A-D3342DA61027}" type="presOf" srcId="{AB2CF221-885E-42B9-9628-AA4364FA73B1}" destId="{6C5DAC3B-9EBA-42E7-BF9D-A00F5D7F1126}" srcOrd="0" destOrd="0" presId="urn:microsoft.com/office/officeart/2005/8/layout/vList6"/>
    <dgm:cxn modelId="{92DA098F-8BDF-4985-B126-CCB978C325D6}" type="presOf" srcId="{8A7B0D88-8328-4B05-ABA3-69697CA89227}" destId="{2E7F380E-2A97-4003-8B11-72EF5A919FA8}" srcOrd="0" destOrd="0" presId="urn:microsoft.com/office/officeart/2005/8/layout/vList6"/>
    <dgm:cxn modelId="{E4106D9E-9040-469E-BE9B-2B9341E2C6F5}" srcId="{4724EAE8-1979-4FC5-85D6-CF2B7F815833}" destId="{2E2A4630-6719-42E5-9F79-3FAE5664439B}" srcOrd="3" destOrd="0" parTransId="{AA4B4023-64C9-4A90-9E89-A855F455DD00}" sibTransId="{B9BF28FD-EB62-429E-BE10-D44DF75F1E96}"/>
    <dgm:cxn modelId="{F2DD8AAA-0054-4935-A2AD-977C128753CF}" srcId="{0E1A4740-044E-4350-ADA4-0D2BA735DA41}" destId="{3CB67D73-83CC-4580-AA9F-922ABD83351D}" srcOrd="0" destOrd="0" parTransId="{A8C4800C-98E7-45A2-94D9-00CB9ADB3B9D}" sibTransId="{28E45CB9-5934-4075-AFE3-0A3DF7183453}"/>
    <dgm:cxn modelId="{BB38AABC-6B2A-4311-AC72-50E56B3D6664}" type="presOf" srcId="{6AD14E75-5756-4CB6-8E4C-18A0BD7638E0}" destId="{372C1D40-9C24-4317-A43B-D242E1EACB6F}" srcOrd="0" destOrd="0" presId="urn:microsoft.com/office/officeart/2005/8/layout/vList6"/>
    <dgm:cxn modelId="{2796D5CE-6177-4E93-84C6-BCAFA3AC0334}" srcId="{4724EAE8-1979-4FC5-85D6-CF2B7F815833}" destId="{6AD14E75-5756-4CB6-8E4C-18A0BD7638E0}" srcOrd="5" destOrd="0" parTransId="{10FD5994-9321-4D15-90E9-DD0A393B9984}" sibTransId="{4F27C038-7110-4378-BAAA-E683C15321A2}"/>
    <dgm:cxn modelId="{7936FDE7-F952-4C9F-96BC-CC825BBC42F5}" srcId="{4724EAE8-1979-4FC5-85D6-CF2B7F815833}" destId="{EAE95B34-069E-4159-BDFD-57F4DC5AB20A}" srcOrd="0" destOrd="0" parTransId="{64182937-E890-4C27-884F-F10E3787E7FB}" sibTransId="{4A83D1B8-9CED-4254-84B0-7C159734DF9A}"/>
    <dgm:cxn modelId="{88DFAFF2-710A-467F-AABD-A988994A4217}" srcId="{4724EAE8-1979-4FC5-85D6-CF2B7F815833}" destId="{0E1A4740-044E-4350-ADA4-0D2BA735DA41}" srcOrd="1" destOrd="0" parTransId="{D01026AD-C43B-442D-A834-25E670199A9C}" sibTransId="{8D22460D-3125-4D10-80E3-BB008D7691FE}"/>
    <dgm:cxn modelId="{53274BF5-98CA-4C46-98AA-10BB5D4FC677}" srcId="{4724EAE8-1979-4FC5-85D6-CF2B7F815833}" destId="{BAE05D1A-682E-4E14-A9CC-1DFA6F8AA88F}" srcOrd="4" destOrd="0" parTransId="{C2BAD9D8-7BDE-4344-ADA2-C1A79212F552}" sibTransId="{C3F25507-98FE-4985-BC87-2587ED63B76B}"/>
    <dgm:cxn modelId="{A67380FA-911C-4BA6-AA28-4C6934ECEF87}" type="presOf" srcId="{2E2A4630-6719-42E5-9F79-3FAE5664439B}" destId="{C3E76127-0600-43BA-B997-82C9347C8E59}" srcOrd="0" destOrd="0" presId="urn:microsoft.com/office/officeart/2005/8/layout/vList6"/>
    <dgm:cxn modelId="{B671D2F9-6EC8-49B9-A566-C3E01790E6AD}" type="presParOf" srcId="{BD78E09A-E2BB-441C-B649-2D0947824194}" destId="{00920730-1A0B-4ED6-82F1-F604DC70D499}" srcOrd="0" destOrd="0" presId="urn:microsoft.com/office/officeart/2005/8/layout/vList6"/>
    <dgm:cxn modelId="{B09A53B1-48B9-4704-949D-CF5315E250F0}" type="presParOf" srcId="{00920730-1A0B-4ED6-82F1-F604DC70D499}" destId="{7351E681-C65C-40CE-8FCA-6512880A81E3}" srcOrd="0" destOrd="0" presId="urn:microsoft.com/office/officeart/2005/8/layout/vList6"/>
    <dgm:cxn modelId="{A32B0A4D-D653-466F-9075-7E8EA9D75A41}" type="presParOf" srcId="{00920730-1A0B-4ED6-82F1-F604DC70D499}" destId="{6C5DAC3B-9EBA-42E7-BF9D-A00F5D7F1126}" srcOrd="1" destOrd="0" presId="urn:microsoft.com/office/officeart/2005/8/layout/vList6"/>
    <dgm:cxn modelId="{3C736CA0-FAD0-4F26-82D6-FB5B0982385A}" type="presParOf" srcId="{BD78E09A-E2BB-441C-B649-2D0947824194}" destId="{F59F9967-261A-419E-8618-A00874FAAFFB}" srcOrd="1" destOrd="0" presId="urn:microsoft.com/office/officeart/2005/8/layout/vList6"/>
    <dgm:cxn modelId="{2F4AC4C9-57D5-4426-894B-0F0CDACEEE67}" type="presParOf" srcId="{BD78E09A-E2BB-441C-B649-2D0947824194}" destId="{6D827E59-EEF5-43F4-BA9C-7FA3708DDD9F}" srcOrd="2" destOrd="0" presId="urn:microsoft.com/office/officeart/2005/8/layout/vList6"/>
    <dgm:cxn modelId="{B871439E-D02C-449F-9C2B-CD8EC685FE2D}" type="presParOf" srcId="{6D827E59-EEF5-43F4-BA9C-7FA3708DDD9F}" destId="{BBD7AF42-AB03-4036-8787-B55B1463737E}" srcOrd="0" destOrd="0" presId="urn:microsoft.com/office/officeart/2005/8/layout/vList6"/>
    <dgm:cxn modelId="{3A3AD04F-82EB-4512-9DA1-D558221CEE85}" type="presParOf" srcId="{6D827E59-EEF5-43F4-BA9C-7FA3708DDD9F}" destId="{D88C0966-4549-4A5F-8F62-FB1D599ACA43}" srcOrd="1" destOrd="0" presId="urn:microsoft.com/office/officeart/2005/8/layout/vList6"/>
    <dgm:cxn modelId="{69F070A6-EE72-440A-8BDE-E005DE3165DD}" type="presParOf" srcId="{BD78E09A-E2BB-441C-B649-2D0947824194}" destId="{F7BD3336-0C5E-4F58-891C-5C2BA63B46AA}" srcOrd="3" destOrd="0" presId="urn:microsoft.com/office/officeart/2005/8/layout/vList6"/>
    <dgm:cxn modelId="{163B5F5E-572A-4105-ADAE-34CFECF147B3}" type="presParOf" srcId="{BD78E09A-E2BB-441C-B649-2D0947824194}" destId="{A0917AF2-6B25-4E6D-B6EB-9933864F15F7}" srcOrd="4" destOrd="0" presId="urn:microsoft.com/office/officeart/2005/8/layout/vList6"/>
    <dgm:cxn modelId="{A12EF812-0923-4BA3-900A-B22D00CB70BB}" type="presParOf" srcId="{A0917AF2-6B25-4E6D-B6EB-9933864F15F7}" destId="{2CAC38CB-F2F5-4E60-987C-07C4E971C5C6}" srcOrd="0" destOrd="0" presId="urn:microsoft.com/office/officeart/2005/8/layout/vList6"/>
    <dgm:cxn modelId="{A2E3CEAF-1D5A-4C80-96A8-34D079FD0FBD}" type="presParOf" srcId="{A0917AF2-6B25-4E6D-B6EB-9933864F15F7}" destId="{3B076BEB-1ECF-47C6-9716-F5820B5E6AA9}" srcOrd="1" destOrd="0" presId="urn:microsoft.com/office/officeart/2005/8/layout/vList6"/>
    <dgm:cxn modelId="{33B986EF-37B1-4D25-A25D-23B08254C8CE}" type="presParOf" srcId="{BD78E09A-E2BB-441C-B649-2D0947824194}" destId="{57DE38BF-4E1E-44D3-89AA-E5950588A71D}" srcOrd="5" destOrd="0" presId="urn:microsoft.com/office/officeart/2005/8/layout/vList6"/>
    <dgm:cxn modelId="{2981D9F7-D400-4517-9BDA-FB7A5B9F9425}" type="presParOf" srcId="{BD78E09A-E2BB-441C-B649-2D0947824194}" destId="{EA4F51A6-F8BE-4672-A2FC-6E4A4A7050DB}" srcOrd="6" destOrd="0" presId="urn:microsoft.com/office/officeart/2005/8/layout/vList6"/>
    <dgm:cxn modelId="{E143C6B2-7012-45F9-A52C-F2281B06A22B}" type="presParOf" srcId="{EA4F51A6-F8BE-4672-A2FC-6E4A4A7050DB}" destId="{C3E76127-0600-43BA-B997-82C9347C8E59}" srcOrd="0" destOrd="0" presId="urn:microsoft.com/office/officeart/2005/8/layout/vList6"/>
    <dgm:cxn modelId="{679CAEF9-523F-457B-BD76-77DAA6F94829}" type="presParOf" srcId="{EA4F51A6-F8BE-4672-A2FC-6E4A4A7050DB}" destId="{CEEBF8B9-2175-456F-8C25-5CA7E4C4FFE4}" srcOrd="1" destOrd="0" presId="urn:microsoft.com/office/officeart/2005/8/layout/vList6"/>
    <dgm:cxn modelId="{45323659-E264-465C-A157-C2A5EF359B96}" type="presParOf" srcId="{BD78E09A-E2BB-441C-B649-2D0947824194}" destId="{B21BE37B-D003-4625-971D-E0B2A6184C01}" srcOrd="7" destOrd="0" presId="urn:microsoft.com/office/officeart/2005/8/layout/vList6"/>
    <dgm:cxn modelId="{B9BF1191-897B-495C-A1BB-6FFDD5AE2233}" type="presParOf" srcId="{BD78E09A-E2BB-441C-B649-2D0947824194}" destId="{C7F7F874-D463-4F1D-A3DD-12F49B9AE6DA}" srcOrd="8" destOrd="0" presId="urn:microsoft.com/office/officeart/2005/8/layout/vList6"/>
    <dgm:cxn modelId="{B59AA490-3CE6-4B14-AE6F-023214FBCD80}" type="presParOf" srcId="{C7F7F874-D463-4F1D-A3DD-12F49B9AE6DA}" destId="{9BBE1AB0-830E-4D11-98F4-0E8C8B5DCA18}" srcOrd="0" destOrd="0" presId="urn:microsoft.com/office/officeart/2005/8/layout/vList6"/>
    <dgm:cxn modelId="{F37EB7D4-8E3A-43D6-AA8D-D27796CA452F}" type="presParOf" srcId="{C7F7F874-D463-4F1D-A3DD-12F49B9AE6DA}" destId="{2E7F380E-2A97-4003-8B11-72EF5A919FA8}" srcOrd="1" destOrd="0" presId="urn:microsoft.com/office/officeart/2005/8/layout/vList6"/>
    <dgm:cxn modelId="{594D9847-4439-40B8-8F17-0BD4E6857B14}" type="presParOf" srcId="{BD78E09A-E2BB-441C-B649-2D0947824194}" destId="{C9E0C094-6A65-4BDC-BA86-3E783C20305F}" srcOrd="9" destOrd="0" presId="urn:microsoft.com/office/officeart/2005/8/layout/vList6"/>
    <dgm:cxn modelId="{4E9E44E6-7726-40FF-B437-251BC576BF66}" type="presParOf" srcId="{BD78E09A-E2BB-441C-B649-2D0947824194}" destId="{3D0DA3A3-AF22-4ED1-A827-9A87717561F9}" srcOrd="10" destOrd="0" presId="urn:microsoft.com/office/officeart/2005/8/layout/vList6"/>
    <dgm:cxn modelId="{AF6742CF-DFB4-4BE8-8752-23B93AE6D9F4}" type="presParOf" srcId="{3D0DA3A3-AF22-4ED1-A827-9A87717561F9}" destId="{372C1D40-9C24-4317-A43B-D242E1EACB6F}" srcOrd="0" destOrd="0" presId="urn:microsoft.com/office/officeart/2005/8/layout/vList6"/>
    <dgm:cxn modelId="{506D0C50-5585-4D02-8389-5D7D864A924E}" type="presParOf" srcId="{3D0DA3A3-AF22-4ED1-A827-9A87717561F9}" destId="{63821714-D7FA-49EF-9F6F-99A2CD7EA36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7485B2-9834-4453-8CD7-6E3A3EA1DF3F}" type="doc">
      <dgm:prSet loTypeId="urn:microsoft.com/office/officeart/2008/layout/VerticalCurv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22E101A-1FD7-475D-BED2-28EC0F228734}">
      <dgm:prSet/>
      <dgm:spPr/>
      <dgm:t>
        <a:bodyPr/>
        <a:lstStyle/>
        <a:p>
          <a:r>
            <a:rPr lang="en-US" b="1" i="0" baseline="0"/>
            <a:t>Make recruitment faster</a:t>
          </a:r>
          <a:endParaRPr lang="en-US"/>
        </a:p>
      </dgm:t>
    </dgm:pt>
    <dgm:pt modelId="{38CC6C77-55E2-4D2D-9E40-20213A2ABF1F}" type="parTrans" cxnId="{08444BBA-EDB6-4BAE-938A-AA3E5F358983}">
      <dgm:prSet/>
      <dgm:spPr/>
      <dgm:t>
        <a:bodyPr/>
        <a:lstStyle/>
        <a:p>
          <a:endParaRPr lang="en-US"/>
        </a:p>
      </dgm:t>
    </dgm:pt>
    <dgm:pt modelId="{6A474CD3-79BD-4E87-94CB-4F8FCA1563FB}" type="sibTrans" cxnId="{08444BBA-EDB6-4BAE-938A-AA3E5F358983}">
      <dgm:prSet/>
      <dgm:spPr/>
      <dgm:t>
        <a:bodyPr/>
        <a:lstStyle/>
        <a:p>
          <a:endParaRPr lang="en-US"/>
        </a:p>
      </dgm:t>
    </dgm:pt>
    <dgm:pt modelId="{B8CA1B46-9FDC-4F7B-842E-A91F0D68B506}">
      <dgm:prSet/>
      <dgm:spPr/>
      <dgm:t>
        <a:bodyPr/>
        <a:lstStyle/>
        <a:p>
          <a:r>
            <a:rPr lang="en-US" b="0" i="0" baseline="0"/>
            <a:t>Minimize time spent on manual resume screening.</a:t>
          </a:r>
          <a:endParaRPr lang="en-US"/>
        </a:p>
      </dgm:t>
    </dgm:pt>
    <dgm:pt modelId="{A662A2A1-9979-4A66-8760-2BDCCA9C320B}" type="parTrans" cxnId="{F0FACC3A-4A35-400C-9E2C-803712E6D707}">
      <dgm:prSet/>
      <dgm:spPr/>
      <dgm:t>
        <a:bodyPr/>
        <a:lstStyle/>
        <a:p>
          <a:endParaRPr lang="en-US"/>
        </a:p>
      </dgm:t>
    </dgm:pt>
    <dgm:pt modelId="{D10D688D-FF7B-4E52-AE1A-99284C2C369E}" type="sibTrans" cxnId="{F0FACC3A-4A35-400C-9E2C-803712E6D707}">
      <dgm:prSet/>
      <dgm:spPr/>
      <dgm:t>
        <a:bodyPr/>
        <a:lstStyle/>
        <a:p>
          <a:endParaRPr lang="en-US"/>
        </a:p>
      </dgm:t>
    </dgm:pt>
    <dgm:pt modelId="{20E2E9AC-9F89-45E3-9DBE-E27261C02FE4}">
      <dgm:prSet/>
      <dgm:spPr/>
      <dgm:t>
        <a:bodyPr/>
        <a:lstStyle/>
        <a:p>
          <a:r>
            <a:rPr lang="en-US" b="1" i="0" baseline="0"/>
            <a:t>Ensure accurate shortlisting</a:t>
          </a:r>
          <a:endParaRPr lang="en-US"/>
        </a:p>
      </dgm:t>
    </dgm:pt>
    <dgm:pt modelId="{512F5ECC-98F4-428C-99E3-ABD83A6D1152}" type="parTrans" cxnId="{010774F4-A82B-4C59-A65B-84DBAA6E2558}">
      <dgm:prSet/>
      <dgm:spPr/>
      <dgm:t>
        <a:bodyPr/>
        <a:lstStyle/>
        <a:p>
          <a:endParaRPr lang="en-US"/>
        </a:p>
      </dgm:t>
    </dgm:pt>
    <dgm:pt modelId="{6998C5F8-BD20-41B5-8005-91C44E2C3D6F}" type="sibTrans" cxnId="{010774F4-A82B-4C59-A65B-84DBAA6E2558}">
      <dgm:prSet/>
      <dgm:spPr/>
      <dgm:t>
        <a:bodyPr/>
        <a:lstStyle/>
        <a:p>
          <a:endParaRPr lang="en-US"/>
        </a:p>
      </dgm:t>
    </dgm:pt>
    <dgm:pt modelId="{27C828BA-753F-4912-A7D0-07B61D16CB47}">
      <dgm:prSet/>
      <dgm:spPr/>
      <dgm:t>
        <a:bodyPr/>
        <a:lstStyle/>
        <a:p>
          <a:r>
            <a:rPr lang="en-US" b="0" i="0" baseline="0"/>
            <a:t>Match candidate skills with job requirements precisely.</a:t>
          </a:r>
          <a:endParaRPr lang="en-US"/>
        </a:p>
      </dgm:t>
    </dgm:pt>
    <dgm:pt modelId="{3422301F-CC08-4071-9F64-D6DC49030917}" type="parTrans" cxnId="{FA3DED22-8655-4599-A9BE-33A8453936A5}">
      <dgm:prSet/>
      <dgm:spPr/>
      <dgm:t>
        <a:bodyPr/>
        <a:lstStyle/>
        <a:p>
          <a:endParaRPr lang="en-US"/>
        </a:p>
      </dgm:t>
    </dgm:pt>
    <dgm:pt modelId="{EFD2A943-F3CE-4A13-965E-525FB0F25DA2}" type="sibTrans" cxnId="{FA3DED22-8655-4599-A9BE-33A8453936A5}">
      <dgm:prSet/>
      <dgm:spPr/>
      <dgm:t>
        <a:bodyPr/>
        <a:lstStyle/>
        <a:p>
          <a:endParaRPr lang="en-US"/>
        </a:p>
      </dgm:t>
    </dgm:pt>
    <dgm:pt modelId="{09848672-695F-4AB7-BBE8-A98C81126213}">
      <dgm:prSet/>
      <dgm:spPr/>
      <dgm:t>
        <a:bodyPr/>
        <a:lstStyle/>
        <a:p>
          <a:r>
            <a:rPr lang="en-US" b="1" i="0" baseline="0"/>
            <a:t>Rank candidates efficiently</a:t>
          </a:r>
          <a:endParaRPr lang="en-US"/>
        </a:p>
      </dgm:t>
    </dgm:pt>
    <dgm:pt modelId="{458347E5-BA52-4186-8349-FF860B116977}" type="parTrans" cxnId="{6A8CA933-C1E3-4130-8F37-C32AA61BDC5B}">
      <dgm:prSet/>
      <dgm:spPr/>
      <dgm:t>
        <a:bodyPr/>
        <a:lstStyle/>
        <a:p>
          <a:endParaRPr lang="en-US"/>
        </a:p>
      </dgm:t>
    </dgm:pt>
    <dgm:pt modelId="{3FA38F51-74DF-47D9-9BCA-FAFC0A562993}" type="sibTrans" cxnId="{6A8CA933-C1E3-4130-8F37-C32AA61BDC5B}">
      <dgm:prSet/>
      <dgm:spPr/>
      <dgm:t>
        <a:bodyPr/>
        <a:lstStyle/>
        <a:p>
          <a:endParaRPr lang="en-US"/>
        </a:p>
      </dgm:t>
    </dgm:pt>
    <dgm:pt modelId="{68DE7FDD-57CE-4312-BDA7-74D0DE1AAD49}">
      <dgm:prSet/>
      <dgm:spPr/>
      <dgm:t>
        <a:bodyPr/>
        <a:lstStyle/>
        <a:p>
          <a:r>
            <a:rPr lang="en-US" b="0" i="0" baseline="0"/>
            <a:t>Highlight top candidates for easier decision-making.</a:t>
          </a:r>
          <a:endParaRPr lang="en-US"/>
        </a:p>
      </dgm:t>
    </dgm:pt>
    <dgm:pt modelId="{31355138-85AC-442F-911A-3D6A7E105577}" type="parTrans" cxnId="{45F60B26-48B3-4763-ACFC-F6A1EA073729}">
      <dgm:prSet/>
      <dgm:spPr/>
      <dgm:t>
        <a:bodyPr/>
        <a:lstStyle/>
        <a:p>
          <a:endParaRPr lang="en-US"/>
        </a:p>
      </dgm:t>
    </dgm:pt>
    <dgm:pt modelId="{CD1AB747-0483-4687-8658-C4CA016F9747}" type="sibTrans" cxnId="{45F60B26-48B3-4763-ACFC-F6A1EA073729}">
      <dgm:prSet/>
      <dgm:spPr/>
      <dgm:t>
        <a:bodyPr/>
        <a:lstStyle/>
        <a:p>
          <a:endParaRPr lang="en-US"/>
        </a:p>
      </dgm:t>
    </dgm:pt>
    <dgm:pt modelId="{6AE6A95C-4AF3-4B7F-99F1-6147466D3CF7}">
      <dgm:prSet/>
      <dgm:spPr/>
      <dgm:t>
        <a:bodyPr/>
        <a:lstStyle/>
        <a:p>
          <a:r>
            <a:rPr lang="en-US" b="1" i="0" baseline="0"/>
            <a:t>Promote fairness</a:t>
          </a:r>
          <a:endParaRPr lang="en-US"/>
        </a:p>
      </dgm:t>
    </dgm:pt>
    <dgm:pt modelId="{C0C2CDEC-8D9B-40A4-BF86-6A869A4A3633}" type="parTrans" cxnId="{4359977B-FC6D-4FA0-84AF-E6967117EA83}">
      <dgm:prSet/>
      <dgm:spPr/>
      <dgm:t>
        <a:bodyPr/>
        <a:lstStyle/>
        <a:p>
          <a:endParaRPr lang="en-US"/>
        </a:p>
      </dgm:t>
    </dgm:pt>
    <dgm:pt modelId="{A5F35796-0AB7-40CA-931A-873E6CA63A7F}" type="sibTrans" cxnId="{4359977B-FC6D-4FA0-84AF-E6967117EA83}">
      <dgm:prSet/>
      <dgm:spPr/>
      <dgm:t>
        <a:bodyPr/>
        <a:lstStyle/>
        <a:p>
          <a:endParaRPr lang="en-US"/>
        </a:p>
      </dgm:t>
    </dgm:pt>
    <dgm:pt modelId="{9EF9387A-DD73-4464-AF1F-AA47473B7D6D}">
      <dgm:prSet/>
      <dgm:spPr/>
      <dgm:t>
        <a:bodyPr/>
        <a:lstStyle/>
        <a:p>
          <a:r>
            <a:rPr lang="en-US" b="0" i="0" baseline="0"/>
            <a:t>Provide unbiased, data-driven evaluations.</a:t>
          </a:r>
          <a:endParaRPr lang="en-US"/>
        </a:p>
      </dgm:t>
    </dgm:pt>
    <dgm:pt modelId="{69D4E93B-4C42-454A-8B75-65F243E4EE7D}" type="parTrans" cxnId="{500DB019-D165-4729-8254-06A551EDFEA6}">
      <dgm:prSet/>
      <dgm:spPr/>
      <dgm:t>
        <a:bodyPr/>
        <a:lstStyle/>
        <a:p>
          <a:endParaRPr lang="en-US"/>
        </a:p>
      </dgm:t>
    </dgm:pt>
    <dgm:pt modelId="{AC874D84-3BA0-424F-B8F3-01A86960ECF5}" type="sibTrans" cxnId="{500DB019-D165-4729-8254-06A551EDFEA6}">
      <dgm:prSet/>
      <dgm:spPr/>
      <dgm:t>
        <a:bodyPr/>
        <a:lstStyle/>
        <a:p>
          <a:endParaRPr lang="en-US"/>
        </a:p>
      </dgm:t>
    </dgm:pt>
    <dgm:pt modelId="{6E601B72-AD24-4A64-856C-2A64A7D224CC}">
      <dgm:prSet/>
      <dgm:spPr/>
      <dgm:t>
        <a:bodyPr/>
        <a:lstStyle/>
        <a:p>
          <a:r>
            <a:rPr lang="en-US" b="1" i="0" baseline="0"/>
            <a:t>Support recruiters</a:t>
          </a:r>
          <a:endParaRPr lang="en-US"/>
        </a:p>
      </dgm:t>
    </dgm:pt>
    <dgm:pt modelId="{EA4B51D4-E0E4-4E78-92D2-652BBC7EFA34}" type="parTrans" cxnId="{7FFB6D7C-145C-4C90-82DA-57729A9A6B67}">
      <dgm:prSet/>
      <dgm:spPr/>
      <dgm:t>
        <a:bodyPr/>
        <a:lstStyle/>
        <a:p>
          <a:endParaRPr lang="en-US"/>
        </a:p>
      </dgm:t>
    </dgm:pt>
    <dgm:pt modelId="{CF03E678-3072-4875-957C-B032DAB8E96A}" type="sibTrans" cxnId="{7FFB6D7C-145C-4C90-82DA-57729A9A6B67}">
      <dgm:prSet/>
      <dgm:spPr/>
      <dgm:t>
        <a:bodyPr/>
        <a:lstStyle/>
        <a:p>
          <a:endParaRPr lang="en-US"/>
        </a:p>
      </dgm:t>
    </dgm:pt>
    <dgm:pt modelId="{F0411D9B-51AE-470C-84EE-B923C11131EB}">
      <dgm:prSet/>
      <dgm:spPr/>
      <dgm:t>
        <a:bodyPr/>
        <a:lstStyle/>
        <a:p>
          <a:r>
            <a:rPr lang="en-US" b="0" i="0" baseline="0"/>
            <a:t>Help HR focus on interviews rather than initial screening.</a:t>
          </a:r>
          <a:endParaRPr lang="en-US"/>
        </a:p>
      </dgm:t>
    </dgm:pt>
    <dgm:pt modelId="{5584BC69-D18F-4FA9-813C-D277EA46D0F3}" type="parTrans" cxnId="{20F28124-28DE-4E83-AB8A-7515AE3630AA}">
      <dgm:prSet/>
      <dgm:spPr/>
      <dgm:t>
        <a:bodyPr/>
        <a:lstStyle/>
        <a:p>
          <a:endParaRPr lang="en-US"/>
        </a:p>
      </dgm:t>
    </dgm:pt>
    <dgm:pt modelId="{BA26AAA7-450F-444E-A88A-F561545A540F}" type="sibTrans" cxnId="{20F28124-28DE-4E83-AB8A-7515AE3630AA}">
      <dgm:prSet/>
      <dgm:spPr/>
      <dgm:t>
        <a:bodyPr/>
        <a:lstStyle/>
        <a:p>
          <a:endParaRPr lang="en-US"/>
        </a:p>
      </dgm:t>
    </dgm:pt>
    <dgm:pt modelId="{928614E1-CD32-4DD3-8515-9876EB1E422B}" type="pres">
      <dgm:prSet presAssocID="{847485B2-9834-4453-8CD7-6E3A3EA1DF3F}" presName="Name0" presStyleCnt="0">
        <dgm:presLayoutVars>
          <dgm:chMax val="7"/>
          <dgm:chPref val="7"/>
          <dgm:dir/>
        </dgm:presLayoutVars>
      </dgm:prSet>
      <dgm:spPr/>
    </dgm:pt>
    <dgm:pt modelId="{DFD965AC-85B2-41D7-91A2-38092AC6E503}" type="pres">
      <dgm:prSet presAssocID="{847485B2-9834-4453-8CD7-6E3A3EA1DF3F}" presName="Name1" presStyleCnt="0"/>
      <dgm:spPr/>
    </dgm:pt>
    <dgm:pt modelId="{4E6EC977-D443-436D-94C4-0D16249EFF2A}" type="pres">
      <dgm:prSet presAssocID="{847485B2-9834-4453-8CD7-6E3A3EA1DF3F}" presName="cycle" presStyleCnt="0"/>
      <dgm:spPr/>
    </dgm:pt>
    <dgm:pt modelId="{C019CABF-C150-4661-98FB-AA22FFE31881}" type="pres">
      <dgm:prSet presAssocID="{847485B2-9834-4453-8CD7-6E3A3EA1DF3F}" presName="srcNode" presStyleLbl="node1" presStyleIdx="0" presStyleCnt="5"/>
      <dgm:spPr/>
    </dgm:pt>
    <dgm:pt modelId="{25F8DAAE-8EE3-412F-80C9-061F3E4EAC02}" type="pres">
      <dgm:prSet presAssocID="{847485B2-9834-4453-8CD7-6E3A3EA1DF3F}" presName="conn" presStyleLbl="parChTrans1D2" presStyleIdx="0" presStyleCnt="1"/>
      <dgm:spPr/>
    </dgm:pt>
    <dgm:pt modelId="{D987C1F2-8417-4172-9BD6-F5CAE9975312}" type="pres">
      <dgm:prSet presAssocID="{847485B2-9834-4453-8CD7-6E3A3EA1DF3F}" presName="extraNode" presStyleLbl="node1" presStyleIdx="0" presStyleCnt="5"/>
      <dgm:spPr/>
    </dgm:pt>
    <dgm:pt modelId="{4C0E2487-0A6A-491E-BAAA-59C559BDB784}" type="pres">
      <dgm:prSet presAssocID="{847485B2-9834-4453-8CD7-6E3A3EA1DF3F}" presName="dstNode" presStyleLbl="node1" presStyleIdx="0" presStyleCnt="5"/>
      <dgm:spPr/>
    </dgm:pt>
    <dgm:pt modelId="{34636D94-6E21-44E0-8DCB-9AF2C64CF5D8}" type="pres">
      <dgm:prSet presAssocID="{222E101A-1FD7-475D-BED2-28EC0F228734}" presName="text_1" presStyleLbl="node1" presStyleIdx="0" presStyleCnt="5">
        <dgm:presLayoutVars>
          <dgm:bulletEnabled val="1"/>
        </dgm:presLayoutVars>
      </dgm:prSet>
      <dgm:spPr/>
    </dgm:pt>
    <dgm:pt modelId="{0C776F67-985A-4052-A816-C1D834EA11C2}" type="pres">
      <dgm:prSet presAssocID="{222E101A-1FD7-475D-BED2-28EC0F228734}" presName="accent_1" presStyleCnt="0"/>
      <dgm:spPr/>
    </dgm:pt>
    <dgm:pt modelId="{7FFC4CB4-5637-4587-9DC7-F7FD11B39EA7}" type="pres">
      <dgm:prSet presAssocID="{222E101A-1FD7-475D-BED2-28EC0F228734}" presName="accentRepeatNode" presStyleLbl="solidFgAcc1" presStyleIdx="0" presStyleCnt="5"/>
      <dgm:spPr/>
    </dgm:pt>
    <dgm:pt modelId="{D6AC76A0-E767-4B1A-818F-179F82B1EF63}" type="pres">
      <dgm:prSet presAssocID="{20E2E9AC-9F89-45E3-9DBE-E27261C02FE4}" presName="text_2" presStyleLbl="node1" presStyleIdx="1" presStyleCnt="5">
        <dgm:presLayoutVars>
          <dgm:bulletEnabled val="1"/>
        </dgm:presLayoutVars>
      </dgm:prSet>
      <dgm:spPr/>
    </dgm:pt>
    <dgm:pt modelId="{03F83CCA-4B4B-4C67-AF79-9EED2A61A7B8}" type="pres">
      <dgm:prSet presAssocID="{20E2E9AC-9F89-45E3-9DBE-E27261C02FE4}" presName="accent_2" presStyleCnt="0"/>
      <dgm:spPr/>
    </dgm:pt>
    <dgm:pt modelId="{1BA8EE25-2BAE-43F0-B518-A527F639E04A}" type="pres">
      <dgm:prSet presAssocID="{20E2E9AC-9F89-45E3-9DBE-E27261C02FE4}" presName="accentRepeatNode" presStyleLbl="solidFgAcc1" presStyleIdx="1" presStyleCnt="5"/>
      <dgm:spPr/>
    </dgm:pt>
    <dgm:pt modelId="{249F0057-76B3-4A77-A9B3-CE3D1F471EE8}" type="pres">
      <dgm:prSet presAssocID="{09848672-695F-4AB7-BBE8-A98C81126213}" presName="text_3" presStyleLbl="node1" presStyleIdx="2" presStyleCnt="5">
        <dgm:presLayoutVars>
          <dgm:bulletEnabled val="1"/>
        </dgm:presLayoutVars>
      </dgm:prSet>
      <dgm:spPr/>
    </dgm:pt>
    <dgm:pt modelId="{FFB253A7-018E-4F2C-94C4-F56133C46550}" type="pres">
      <dgm:prSet presAssocID="{09848672-695F-4AB7-BBE8-A98C81126213}" presName="accent_3" presStyleCnt="0"/>
      <dgm:spPr/>
    </dgm:pt>
    <dgm:pt modelId="{6D051B4A-8EC5-4A3D-B22C-E37DD32DFB8E}" type="pres">
      <dgm:prSet presAssocID="{09848672-695F-4AB7-BBE8-A98C81126213}" presName="accentRepeatNode" presStyleLbl="solidFgAcc1" presStyleIdx="2" presStyleCnt="5"/>
      <dgm:spPr/>
    </dgm:pt>
    <dgm:pt modelId="{2A848EEA-FEF0-49BE-80A6-77C492C2BE4D}" type="pres">
      <dgm:prSet presAssocID="{6AE6A95C-4AF3-4B7F-99F1-6147466D3CF7}" presName="text_4" presStyleLbl="node1" presStyleIdx="3" presStyleCnt="5">
        <dgm:presLayoutVars>
          <dgm:bulletEnabled val="1"/>
        </dgm:presLayoutVars>
      </dgm:prSet>
      <dgm:spPr/>
    </dgm:pt>
    <dgm:pt modelId="{3EE905F7-3384-4CCF-92EE-77BC3EF3ECC3}" type="pres">
      <dgm:prSet presAssocID="{6AE6A95C-4AF3-4B7F-99F1-6147466D3CF7}" presName="accent_4" presStyleCnt="0"/>
      <dgm:spPr/>
    </dgm:pt>
    <dgm:pt modelId="{1F86B841-280E-4E00-BF6F-BAFE2D2BD056}" type="pres">
      <dgm:prSet presAssocID="{6AE6A95C-4AF3-4B7F-99F1-6147466D3CF7}" presName="accentRepeatNode" presStyleLbl="solidFgAcc1" presStyleIdx="3" presStyleCnt="5"/>
      <dgm:spPr/>
    </dgm:pt>
    <dgm:pt modelId="{590E4910-A51B-4F6A-935A-AAD0EC6CB615}" type="pres">
      <dgm:prSet presAssocID="{6E601B72-AD24-4A64-856C-2A64A7D224CC}" presName="text_5" presStyleLbl="node1" presStyleIdx="4" presStyleCnt="5">
        <dgm:presLayoutVars>
          <dgm:bulletEnabled val="1"/>
        </dgm:presLayoutVars>
      </dgm:prSet>
      <dgm:spPr/>
    </dgm:pt>
    <dgm:pt modelId="{8FF6D0AF-11FF-40C0-9246-6094B08736A1}" type="pres">
      <dgm:prSet presAssocID="{6E601B72-AD24-4A64-856C-2A64A7D224CC}" presName="accent_5" presStyleCnt="0"/>
      <dgm:spPr/>
    </dgm:pt>
    <dgm:pt modelId="{D6BCDDB6-6E74-45C7-A7B0-A0971A07633E}" type="pres">
      <dgm:prSet presAssocID="{6E601B72-AD24-4A64-856C-2A64A7D224CC}" presName="accentRepeatNode" presStyleLbl="solidFgAcc1" presStyleIdx="4" presStyleCnt="5"/>
      <dgm:spPr/>
    </dgm:pt>
  </dgm:ptLst>
  <dgm:cxnLst>
    <dgm:cxn modelId="{1A897911-A6D4-4126-A319-5B8E649B2BC4}" type="presOf" srcId="{9EF9387A-DD73-4464-AF1F-AA47473B7D6D}" destId="{2A848EEA-FEF0-49BE-80A6-77C492C2BE4D}" srcOrd="0" destOrd="1" presId="urn:microsoft.com/office/officeart/2008/layout/VerticalCurvedList"/>
    <dgm:cxn modelId="{500DB019-D165-4729-8254-06A551EDFEA6}" srcId="{6AE6A95C-4AF3-4B7F-99F1-6147466D3CF7}" destId="{9EF9387A-DD73-4464-AF1F-AA47473B7D6D}" srcOrd="0" destOrd="0" parTransId="{69D4E93B-4C42-454A-8B75-65F243E4EE7D}" sibTransId="{AC874D84-3BA0-424F-B8F3-01A86960ECF5}"/>
    <dgm:cxn modelId="{CEA1F620-09AB-4998-82B9-33D8B3C1DF4E}" type="presOf" srcId="{B8CA1B46-9FDC-4F7B-842E-A91F0D68B506}" destId="{34636D94-6E21-44E0-8DCB-9AF2C64CF5D8}" srcOrd="0" destOrd="1" presId="urn:microsoft.com/office/officeart/2008/layout/VerticalCurvedList"/>
    <dgm:cxn modelId="{FA3DED22-8655-4599-A9BE-33A8453936A5}" srcId="{20E2E9AC-9F89-45E3-9DBE-E27261C02FE4}" destId="{27C828BA-753F-4912-A7D0-07B61D16CB47}" srcOrd="0" destOrd="0" parTransId="{3422301F-CC08-4071-9F64-D6DC49030917}" sibTransId="{EFD2A943-F3CE-4A13-965E-525FB0F25DA2}"/>
    <dgm:cxn modelId="{20F28124-28DE-4E83-AB8A-7515AE3630AA}" srcId="{6E601B72-AD24-4A64-856C-2A64A7D224CC}" destId="{F0411D9B-51AE-470C-84EE-B923C11131EB}" srcOrd="0" destOrd="0" parTransId="{5584BC69-D18F-4FA9-813C-D277EA46D0F3}" sibTransId="{BA26AAA7-450F-444E-A88A-F561545A540F}"/>
    <dgm:cxn modelId="{45F60B26-48B3-4763-ACFC-F6A1EA073729}" srcId="{09848672-695F-4AB7-BBE8-A98C81126213}" destId="{68DE7FDD-57CE-4312-BDA7-74D0DE1AAD49}" srcOrd="0" destOrd="0" parTransId="{31355138-85AC-442F-911A-3D6A7E105577}" sibTransId="{CD1AB747-0483-4687-8658-C4CA016F9747}"/>
    <dgm:cxn modelId="{6A8CA933-C1E3-4130-8F37-C32AA61BDC5B}" srcId="{847485B2-9834-4453-8CD7-6E3A3EA1DF3F}" destId="{09848672-695F-4AB7-BBE8-A98C81126213}" srcOrd="2" destOrd="0" parTransId="{458347E5-BA52-4186-8349-FF860B116977}" sibTransId="{3FA38F51-74DF-47D9-9BCA-FAFC0A562993}"/>
    <dgm:cxn modelId="{F0FACC3A-4A35-400C-9E2C-803712E6D707}" srcId="{222E101A-1FD7-475D-BED2-28EC0F228734}" destId="{B8CA1B46-9FDC-4F7B-842E-A91F0D68B506}" srcOrd="0" destOrd="0" parTransId="{A662A2A1-9979-4A66-8760-2BDCCA9C320B}" sibTransId="{D10D688D-FF7B-4E52-AE1A-99284C2C369E}"/>
    <dgm:cxn modelId="{C53B1D64-8BC1-4AFC-9A40-3CC6FA6EF925}" type="presOf" srcId="{6E601B72-AD24-4A64-856C-2A64A7D224CC}" destId="{590E4910-A51B-4F6A-935A-AAD0EC6CB615}" srcOrd="0" destOrd="0" presId="urn:microsoft.com/office/officeart/2008/layout/VerticalCurvedList"/>
    <dgm:cxn modelId="{CAAEA352-C347-4E5B-9B9F-8B55745D4129}" type="presOf" srcId="{847485B2-9834-4453-8CD7-6E3A3EA1DF3F}" destId="{928614E1-CD32-4DD3-8515-9876EB1E422B}" srcOrd="0" destOrd="0" presId="urn:microsoft.com/office/officeart/2008/layout/VerticalCurvedList"/>
    <dgm:cxn modelId="{05FCF076-795C-4DF3-8746-104B0F5C6DF7}" type="presOf" srcId="{68DE7FDD-57CE-4312-BDA7-74D0DE1AAD49}" destId="{249F0057-76B3-4A77-A9B3-CE3D1F471EE8}" srcOrd="0" destOrd="1" presId="urn:microsoft.com/office/officeart/2008/layout/VerticalCurvedList"/>
    <dgm:cxn modelId="{4359977B-FC6D-4FA0-84AF-E6967117EA83}" srcId="{847485B2-9834-4453-8CD7-6E3A3EA1DF3F}" destId="{6AE6A95C-4AF3-4B7F-99F1-6147466D3CF7}" srcOrd="3" destOrd="0" parTransId="{C0C2CDEC-8D9B-40A4-BF86-6A869A4A3633}" sibTransId="{A5F35796-0AB7-40CA-931A-873E6CA63A7F}"/>
    <dgm:cxn modelId="{7FFB6D7C-145C-4C90-82DA-57729A9A6B67}" srcId="{847485B2-9834-4453-8CD7-6E3A3EA1DF3F}" destId="{6E601B72-AD24-4A64-856C-2A64A7D224CC}" srcOrd="4" destOrd="0" parTransId="{EA4B51D4-E0E4-4E78-92D2-652BBC7EFA34}" sibTransId="{CF03E678-3072-4875-957C-B032DAB8E96A}"/>
    <dgm:cxn modelId="{7BFB7186-0D29-4661-944A-1FD9AF290572}" type="presOf" srcId="{20E2E9AC-9F89-45E3-9DBE-E27261C02FE4}" destId="{D6AC76A0-E767-4B1A-818F-179F82B1EF63}" srcOrd="0" destOrd="0" presId="urn:microsoft.com/office/officeart/2008/layout/VerticalCurvedList"/>
    <dgm:cxn modelId="{6E34DF8B-8A11-4DC0-84FD-BFDFE74634A5}" type="presOf" srcId="{222E101A-1FD7-475D-BED2-28EC0F228734}" destId="{34636D94-6E21-44E0-8DCB-9AF2C64CF5D8}" srcOrd="0" destOrd="0" presId="urn:microsoft.com/office/officeart/2008/layout/VerticalCurvedList"/>
    <dgm:cxn modelId="{000EA58D-3D61-4CB0-8A7C-594662D9D0A2}" type="presOf" srcId="{D10D688D-FF7B-4E52-AE1A-99284C2C369E}" destId="{25F8DAAE-8EE3-412F-80C9-061F3E4EAC02}" srcOrd="0" destOrd="0" presId="urn:microsoft.com/office/officeart/2008/layout/VerticalCurvedList"/>
    <dgm:cxn modelId="{0CE05CA7-E845-43C5-81A2-B86D12C2C200}" type="presOf" srcId="{27C828BA-753F-4912-A7D0-07B61D16CB47}" destId="{D6AC76A0-E767-4B1A-818F-179F82B1EF63}" srcOrd="0" destOrd="1" presId="urn:microsoft.com/office/officeart/2008/layout/VerticalCurvedList"/>
    <dgm:cxn modelId="{08444BBA-EDB6-4BAE-938A-AA3E5F358983}" srcId="{847485B2-9834-4453-8CD7-6E3A3EA1DF3F}" destId="{222E101A-1FD7-475D-BED2-28EC0F228734}" srcOrd="0" destOrd="0" parTransId="{38CC6C77-55E2-4D2D-9E40-20213A2ABF1F}" sibTransId="{6A474CD3-79BD-4E87-94CB-4F8FCA1563FB}"/>
    <dgm:cxn modelId="{E13CF5D2-D406-4376-8F64-5F18CA1A8508}" type="presOf" srcId="{09848672-695F-4AB7-BBE8-A98C81126213}" destId="{249F0057-76B3-4A77-A9B3-CE3D1F471EE8}" srcOrd="0" destOrd="0" presId="urn:microsoft.com/office/officeart/2008/layout/VerticalCurvedList"/>
    <dgm:cxn modelId="{25E9D9D9-2264-4EFE-9EBC-8BE679326FC2}" type="presOf" srcId="{6AE6A95C-4AF3-4B7F-99F1-6147466D3CF7}" destId="{2A848EEA-FEF0-49BE-80A6-77C492C2BE4D}" srcOrd="0" destOrd="0" presId="urn:microsoft.com/office/officeart/2008/layout/VerticalCurvedList"/>
    <dgm:cxn modelId="{B56A67E9-0923-44CF-A3C2-B96097B2B5BC}" type="presOf" srcId="{F0411D9B-51AE-470C-84EE-B923C11131EB}" destId="{590E4910-A51B-4F6A-935A-AAD0EC6CB615}" srcOrd="0" destOrd="1" presId="urn:microsoft.com/office/officeart/2008/layout/VerticalCurvedList"/>
    <dgm:cxn modelId="{010774F4-A82B-4C59-A65B-84DBAA6E2558}" srcId="{847485B2-9834-4453-8CD7-6E3A3EA1DF3F}" destId="{20E2E9AC-9F89-45E3-9DBE-E27261C02FE4}" srcOrd="1" destOrd="0" parTransId="{512F5ECC-98F4-428C-99E3-ABD83A6D1152}" sibTransId="{6998C5F8-BD20-41B5-8005-91C44E2C3D6F}"/>
    <dgm:cxn modelId="{6C46DE9D-2EB0-4B2C-80BD-AB29D465244E}" type="presParOf" srcId="{928614E1-CD32-4DD3-8515-9876EB1E422B}" destId="{DFD965AC-85B2-41D7-91A2-38092AC6E503}" srcOrd="0" destOrd="0" presId="urn:microsoft.com/office/officeart/2008/layout/VerticalCurvedList"/>
    <dgm:cxn modelId="{8AA1BBE4-10D4-42E5-A316-A4DC454A1AB5}" type="presParOf" srcId="{DFD965AC-85B2-41D7-91A2-38092AC6E503}" destId="{4E6EC977-D443-436D-94C4-0D16249EFF2A}" srcOrd="0" destOrd="0" presId="urn:microsoft.com/office/officeart/2008/layout/VerticalCurvedList"/>
    <dgm:cxn modelId="{CE3CA314-6685-4E4B-8C19-733D9BBCA6EF}" type="presParOf" srcId="{4E6EC977-D443-436D-94C4-0D16249EFF2A}" destId="{C019CABF-C150-4661-98FB-AA22FFE31881}" srcOrd="0" destOrd="0" presId="urn:microsoft.com/office/officeart/2008/layout/VerticalCurvedList"/>
    <dgm:cxn modelId="{0A0BE2CA-3542-4E2E-9B40-2F4E50E9955E}" type="presParOf" srcId="{4E6EC977-D443-436D-94C4-0D16249EFF2A}" destId="{25F8DAAE-8EE3-412F-80C9-061F3E4EAC02}" srcOrd="1" destOrd="0" presId="urn:microsoft.com/office/officeart/2008/layout/VerticalCurvedList"/>
    <dgm:cxn modelId="{DEF7B699-8752-4699-966B-8CB90F9D7F50}" type="presParOf" srcId="{4E6EC977-D443-436D-94C4-0D16249EFF2A}" destId="{D987C1F2-8417-4172-9BD6-F5CAE9975312}" srcOrd="2" destOrd="0" presId="urn:microsoft.com/office/officeart/2008/layout/VerticalCurvedList"/>
    <dgm:cxn modelId="{B545E7AA-DFD0-425C-8F1A-03B6115AC8C8}" type="presParOf" srcId="{4E6EC977-D443-436D-94C4-0D16249EFF2A}" destId="{4C0E2487-0A6A-491E-BAAA-59C559BDB784}" srcOrd="3" destOrd="0" presId="urn:microsoft.com/office/officeart/2008/layout/VerticalCurvedList"/>
    <dgm:cxn modelId="{12D7EAF7-A74D-46DE-87B8-B322761453D1}" type="presParOf" srcId="{DFD965AC-85B2-41D7-91A2-38092AC6E503}" destId="{34636D94-6E21-44E0-8DCB-9AF2C64CF5D8}" srcOrd="1" destOrd="0" presId="urn:microsoft.com/office/officeart/2008/layout/VerticalCurvedList"/>
    <dgm:cxn modelId="{AFA2A618-23F0-4CC0-B80E-66C2745AAD80}" type="presParOf" srcId="{DFD965AC-85B2-41D7-91A2-38092AC6E503}" destId="{0C776F67-985A-4052-A816-C1D834EA11C2}" srcOrd="2" destOrd="0" presId="urn:microsoft.com/office/officeart/2008/layout/VerticalCurvedList"/>
    <dgm:cxn modelId="{91A8DF1D-923D-4155-9C43-30EA7D8FEE76}" type="presParOf" srcId="{0C776F67-985A-4052-A816-C1D834EA11C2}" destId="{7FFC4CB4-5637-4587-9DC7-F7FD11B39EA7}" srcOrd="0" destOrd="0" presId="urn:microsoft.com/office/officeart/2008/layout/VerticalCurvedList"/>
    <dgm:cxn modelId="{A1F277E0-81E3-42C7-9CFC-A5A69D810453}" type="presParOf" srcId="{DFD965AC-85B2-41D7-91A2-38092AC6E503}" destId="{D6AC76A0-E767-4B1A-818F-179F82B1EF63}" srcOrd="3" destOrd="0" presId="urn:microsoft.com/office/officeart/2008/layout/VerticalCurvedList"/>
    <dgm:cxn modelId="{562344B5-1C12-4B77-B7A6-BE3CAEB0B1A4}" type="presParOf" srcId="{DFD965AC-85B2-41D7-91A2-38092AC6E503}" destId="{03F83CCA-4B4B-4C67-AF79-9EED2A61A7B8}" srcOrd="4" destOrd="0" presId="urn:microsoft.com/office/officeart/2008/layout/VerticalCurvedList"/>
    <dgm:cxn modelId="{F93087FB-0C22-4D41-AD02-9409CEDD9891}" type="presParOf" srcId="{03F83CCA-4B4B-4C67-AF79-9EED2A61A7B8}" destId="{1BA8EE25-2BAE-43F0-B518-A527F639E04A}" srcOrd="0" destOrd="0" presId="urn:microsoft.com/office/officeart/2008/layout/VerticalCurvedList"/>
    <dgm:cxn modelId="{4418A132-062E-4E5A-A6E3-2EABF37D8143}" type="presParOf" srcId="{DFD965AC-85B2-41D7-91A2-38092AC6E503}" destId="{249F0057-76B3-4A77-A9B3-CE3D1F471EE8}" srcOrd="5" destOrd="0" presId="urn:microsoft.com/office/officeart/2008/layout/VerticalCurvedList"/>
    <dgm:cxn modelId="{4973EF7E-96B9-4486-B48B-3733DE5A9CD4}" type="presParOf" srcId="{DFD965AC-85B2-41D7-91A2-38092AC6E503}" destId="{FFB253A7-018E-4F2C-94C4-F56133C46550}" srcOrd="6" destOrd="0" presId="urn:microsoft.com/office/officeart/2008/layout/VerticalCurvedList"/>
    <dgm:cxn modelId="{4C1D2C26-D263-48A1-94B7-43AA1CCDA64C}" type="presParOf" srcId="{FFB253A7-018E-4F2C-94C4-F56133C46550}" destId="{6D051B4A-8EC5-4A3D-B22C-E37DD32DFB8E}" srcOrd="0" destOrd="0" presId="urn:microsoft.com/office/officeart/2008/layout/VerticalCurvedList"/>
    <dgm:cxn modelId="{098055B7-0F22-4A06-8506-74D8B0676C17}" type="presParOf" srcId="{DFD965AC-85B2-41D7-91A2-38092AC6E503}" destId="{2A848EEA-FEF0-49BE-80A6-77C492C2BE4D}" srcOrd="7" destOrd="0" presId="urn:microsoft.com/office/officeart/2008/layout/VerticalCurvedList"/>
    <dgm:cxn modelId="{00D74179-2BCC-48C9-A09E-BF4EB803A224}" type="presParOf" srcId="{DFD965AC-85B2-41D7-91A2-38092AC6E503}" destId="{3EE905F7-3384-4CCF-92EE-77BC3EF3ECC3}" srcOrd="8" destOrd="0" presId="urn:microsoft.com/office/officeart/2008/layout/VerticalCurvedList"/>
    <dgm:cxn modelId="{6738103B-4A5C-4906-9F60-12D2DB240725}" type="presParOf" srcId="{3EE905F7-3384-4CCF-92EE-77BC3EF3ECC3}" destId="{1F86B841-280E-4E00-BF6F-BAFE2D2BD056}" srcOrd="0" destOrd="0" presId="urn:microsoft.com/office/officeart/2008/layout/VerticalCurvedList"/>
    <dgm:cxn modelId="{08945115-9D50-4737-8ECF-4897BB825BE3}" type="presParOf" srcId="{DFD965AC-85B2-41D7-91A2-38092AC6E503}" destId="{590E4910-A51B-4F6A-935A-AAD0EC6CB615}" srcOrd="9" destOrd="0" presId="urn:microsoft.com/office/officeart/2008/layout/VerticalCurvedList"/>
    <dgm:cxn modelId="{17BA71A0-10E4-4419-A531-D3ABB23C6ACA}" type="presParOf" srcId="{DFD965AC-85B2-41D7-91A2-38092AC6E503}" destId="{8FF6D0AF-11FF-40C0-9246-6094B08736A1}" srcOrd="10" destOrd="0" presId="urn:microsoft.com/office/officeart/2008/layout/VerticalCurvedList"/>
    <dgm:cxn modelId="{58392ECF-2954-429E-B67D-3E30D7750695}" type="presParOf" srcId="{8FF6D0AF-11FF-40C0-9246-6094B08736A1}" destId="{D6BCDDB6-6E74-45C7-A7B0-A0971A07633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B7E225-4026-407F-A698-8737B53F5B93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6268F7-D434-4B3F-BC06-14E260B6213A}">
      <dgm:prSet/>
      <dgm:spPr/>
      <dgm:t>
        <a:bodyPr/>
        <a:lstStyle/>
        <a:p>
          <a:r>
            <a:rPr lang="en-US" b="1" dirty="0"/>
            <a:t>Expand Algorithms</a:t>
          </a:r>
          <a:endParaRPr lang="en-US" dirty="0"/>
        </a:p>
      </dgm:t>
    </dgm:pt>
    <dgm:pt modelId="{DF4E3803-C254-4BAD-8A92-B5D7FAF712D5}" type="parTrans" cxnId="{AA6E2926-3054-418A-9C87-641E26594D49}">
      <dgm:prSet/>
      <dgm:spPr/>
      <dgm:t>
        <a:bodyPr/>
        <a:lstStyle/>
        <a:p>
          <a:endParaRPr lang="en-US"/>
        </a:p>
      </dgm:t>
    </dgm:pt>
    <dgm:pt modelId="{882B719B-21A6-498C-B0C1-62C6CE0D135B}" type="sibTrans" cxnId="{AA6E2926-3054-418A-9C87-641E26594D49}">
      <dgm:prSet/>
      <dgm:spPr/>
      <dgm:t>
        <a:bodyPr/>
        <a:lstStyle/>
        <a:p>
          <a:endParaRPr lang="en-US"/>
        </a:p>
      </dgm:t>
    </dgm:pt>
    <dgm:pt modelId="{4258CE9A-A07E-4E7C-B9C1-B2A5CC85810D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Explore </a:t>
          </a:r>
          <a:r>
            <a:rPr lang="en-US" b="1" dirty="0"/>
            <a:t>deep learning models (BERT, CNNs, RNNs)</a:t>
          </a:r>
          <a:r>
            <a:rPr lang="en-US" dirty="0"/>
            <a:t> for better context understanding beyond Random Forest &amp; KNN.</a:t>
          </a:r>
        </a:p>
      </dgm:t>
    </dgm:pt>
    <dgm:pt modelId="{E6EDA5E3-DCA1-4835-888F-73EE33C77B41}" type="parTrans" cxnId="{2F04923F-47E2-4E93-A8B7-E6BFA84DA2D0}">
      <dgm:prSet/>
      <dgm:spPr/>
      <dgm:t>
        <a:bodyPr/>
        <a:lstStyle/>
        <a:p>
          <a:endParaRPr lang="en-US"/>
        </a:p>
      </dgm:t>
    </dgm:pt>
    <dgm:pt modelId="{780C6CC5-3526-47B1-BB12-E02427793BFD}" type="sibTrans" cxnId="{2F04923F-47E2-4E93-A8B7-E6BFA84DA2D0}">
      <dgm:prSet/>
      <dgm:spPr/>
      <dgm:t>
        <a:bodyPr/>
        <a:lstStyle/>
        <a:p>
          <a:endParaRPr lang="en-US"/>
        </a:p>
      </dgm:t>
    </dgm:pt>
    <dgm:pt modelId="{83FC0A77-78D6-4539-801F-13C4751AFA1A}">
      <dgm:prSet/>
      <dgm:spPr/>
      <dgm:t>
        <a:bodyPr/>
        <a:lstStyle/>
        <a:p>
          <a:r>
            <a:rPr lang="en-US" b="1" dirty="0"/>
            <a:t>Improve Feature Extraction</a:t>
          </a:r>
          <a:endParaRPr lang="en-US" dirty="0"/>
        </a:p>
      </dgm:t>
    </dgm:pt>
    <dgm:pt modelId="{914BB33A-3AAF-483D-B6FC-A1B159D309EB}" type="parTrans" cxnId="{0216C8BC-57F8-4E13-B3FF-1527CDF9AB6E}">
      <dgm:prSet/>
      <dgm:spPr/>
      <dgm:t>
        <a:bodyPr/>
        <a:lstStyle/>
        <a:p>
          <a:endParaRPr lang="en-US"/>
        </a:p>
      </dgm:t>
    </dgm:pt>
    <dgm:pt modelId="{F17B226F-96C3-4922-8B0C-AC6146DE6C81}" type="sibTrans" cxnId="{0216C8BC-57F8-4E13-B3FF-1527CDF9AB6E}">
      <dgm:prSet/>
      <dgm:spPr/>
      <dgm:t>
        <a:bodyPr/>
        <a:lstStyle/>
        <a:p>
          <a:endParaRPr lang="en-US"/>
        </a:p>
      </dgm:t>
    </dgm:pt>
    <dgm:pt modelId="{6024579B-3036-4CED-BF6E-9CC3F98BE684}">
      <dgm:prSet/>
      <dgm:spPr/>
      <dgm:t>
        <a:bodyPr/>
        <a:lstStyle/>
        <a:p>
          <a:r>
            <a:rPr lang="en-US" dirty="0"/>
            <a:t>Move from simple text cleaning + TF-IDF to </a:t>
          </a:r>
          <a:r>
            <a:rPr lang="en-US" b="1" dirty="0"/>
            <a:t>word embeddings (Word2Vec, </a:t>
          </a:r>
          <a:r>
            <a:rPr lang="en-US" b="1" dirty="0" err="1"/>
            <a:t>GloVe</a:t>
          </a:r>
          <a:r>
            <a:rPr lang="en-US" b="1" dirty="0"/>
            <a:t>, Sentence Transformers)</a:t>
          </a:r>
          <a:r>
            <a:rPr lang="en-US" dirty="0"/>
            <a:t> for richer representation.</a:t>
          </a:r>
        </a:p>
      </dgm:t>
    </dgm:pt>
    <dgm:pt modelId="{3375760A-F1CA-49D6-BF8B-884C354D3054}" type="parTrans" cxnId="{64E9E0F9-AF40-41CB-9E57-3BE9D1DAF1B2}">
      <dgm:prSet/>
      <dgm:spPr/>
      <dgm:t>
        <a:bodyPr/>
        <a:lstStyle/>
        <a:p>
          <a:endParaRPr lang="en-US"/>
        </a:p>
      </dgm:t>
    </dgm:pt>
    <dgm:pt modelId="{447D188F-833A-4EC0-AB54-9DCA68F61935}" type="sibTrans" cxnId="{64E9E0F9-AF40-41CB-9E57-3BE9D1DAF1B2}">
      <dgm:prSet/>
      <dgm:spPr/>
      <dgm:t>
        <a:bodyPr/>
        <a:lstStyle/>
        <a:p>
          <a:endParaRPr lang="en-US"/>
        </a:p>
      </dgm:t>
    </dgm:pt>
    <dgm:pt modelId="{693FBDDD-F2FC-4854-87F2-620E63313983}">
      <dgm:prSet/>
      <dgm:spPr/>
      <dgm:t>
        <a:bodyPr/>
        <a:lstStyle/>
        <a:p>
          <a:r>
            <a:rPr lang="en-US" b="1" dirty="0"/>
            <a:t> Hyperparameter Optimization</a:t>
          </a:r>
          <a:endParaRPr lang="en-US" dirty="0"/>
        </a:p>
      </dgm:t>
    </dgm:pt>
    <dgm:pt modelId="{630A52EC-B159-434C-B076-9009CA1ADFE3}" type="parTrans" cxnId="{41FC9A65-DCE0-407F-AFF8-95F7DB6F087C}">
      <dgm:prSet/>
      <dgm:spPr/>
      <dgm:t>
        <a:bodyPr/>
        <a:lstStyle/>
        <a:p>
          <a:endParaRPr lang="en-US"/>
        </a:p>
      </dgm:t>
    </dgm:pt>
    <dgm:pt modelId="{4631C509-42AC-4CEB-A5DD-A8E7FD105CBE}" type="sibTrans" cxnId="{41FC9A65-DCE0-407F-AFF8-95F7DB6F087C}">
      <dgm:prSet/>
      <dgm:spPr/>
      <dgm:t>
        <a:bodyPr/>
        <a:lstStyle/>
        <a:p>
          <a:endParaRPr lang="en-US"/>
        </a:p>
      </dgm:t>
    </dgm:pt>
    <dgm:pt modelId="{98276C8D-7CF3-42D0-A9D5-1BE69DA1E1BF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Use </a:t>
          </a:r>
          <a:r>
            <a:rPr lang="en-US" b="1" dirty="0"/>
            <a:t>Grid Search / </a:t>
          </a:r>
          <a:r>
            <a:rPr lang="en-US" b="1" dirty="0" err="1"/>
            <a:t>AutoML</a:t>
          </a:r>
          <a:r>
            <a:rPr lang="en-US" dirty="0"/>
            <a:t> to fine-tune Random Forest and KNN for higher accuracy.</a:t>
          </a:r>
        </a:p>
      </dgm:t>
    </dgm:pt>
    <dgm:pt modelId="{2149E621-0827-4E5F-B466-665F764F8712}" type="parTrans" cxnId="{632DAB46-E0E3-416B-9BAF-ADACFB46F8C6}">
      <dgm:prSet/>
      <dgm:spPr/>
      <dgm:t>
        <a:bodyPr/>
        <a:lstStyle/>
        <a:p>
          <a:endParaRPr lang="en-US"/>
        </a:p>
      </dgm:t>
    </dgm:pt>
    <dgm:pt modelId="{54ACCDCC-5DE1-4406-8617-9E66A1F083BE}" type="sibTrans" cxnId="{632DAB46-E0E3-416B-9BAF-ADACFB46F8C6}">
      <dgm:prSet/>
      <dgm:spPr/>
      <dgm:t>
        <a:bodyPr/>
        <a:lstStyle/>
        <a:p>
          <a:endParaRPr lang="en-US"/>
        </a:p>
      </dgm:t>
    </dgm:pt>
    <dgm:pt modelId="{2318EF0D-0213-47B7-A43B-C2341045A207}">
      <dgm:prSet/>
      <dgm:spPr/>
      <dgm:t>
        <a:bodyPr/>
        <a:lstStyle/>
        <a:p>
          <a:r>
            <a:rPr lang="en-US" b="1" dirty="0"/>
            <a:t>Scalability</a:t>
          </a:r>
          <a:endParaRPr lang="en-US" dirty="0"/>
        </a:p>
      </dgm:t>
    </dgm:pt>
    <dgm:pt modelId="{2D8ACE1E-36B4-4C75-9E22-F24A4882134E}" type="parTrans" cxnId="{530E2614-762F-4F61-BD76-0936CEB53747}">
      <dgm:prSet/>
      <dgm:spPr/>
      <dgm:t>
        <a:bodyPr/>
        <a:lstStyle/>
        <a:p>
          <a:endParaRPr lang="en-US"/>
        </a:p>
      </dgm:t>
    </dgm:pt>
    <dgm:pt modelId="{45065DD9-7D71-4C1A-BB43-132060286CF2}" type="sibTrans" cxnId="{530E2614-762F-4F61-BD76-0936CEB53747}">
      <dgm:prSet/>
      <dgm:spPr/>
      <dgm:t>
        <a:bodyPr/>
        <a:lstStyle/>
        <a:p>
          <a:endParaRPr lang="en-US"/>
        </a:p>
      </dgm:t>
    </dgm:pt>
    <dgm:pt modelId="{8697BC12-A936-4AC6-BE0B-14DEDEFBA259}">
      <dgm:prSet/>
      <dgm:spPr>
        <a:solidFill>
          <a:srgbClr val="103350"/>
        </a:solidFill>
      </dgm:spPr>
      <dgm:t>
        <a:bodyPr/>
        <a:lstStyle/>
        <a:p>
          <a:r>
            <a:rPr lang="en-US" dirty="0"/>
            <a:t>Handle </a:t>
          </a:r>
          <a:r>
            <a:rPr lang="en-US" b="1" dirty="0"/>
            <a:t>large volumes of resumes</a:t>
          </a:r>
          <a:r>
            <a:rPr lang="en-US" dirty="0"/>
            <a:t> efficiently with distributed processing.</a:t>
          </a:r>
        </a:p>
      </dgm:t>
    </dgm:pt>
    <dgm:pt modelId="{1C6C9089-89C2-4F45-811A-2D2DD9B2C49C}" type="parTrans" cxnId="{B3CE1E3E-D4C9-4547-AEE4-938837B95E96}">
      <dgm:prSet/>
      <dgm:spPr/>
      <dgm:t>
        <a:bodyPr/>
        <a:lstStyle/>
        <a:p>
          <a:endParaRPr lang="en-US"/>
        </a:p>
      </dgm:t>
    </dgm:pt>
    <dgm:pt modelId="{B5F9DF1F-64C3-4D6E-A2A4-8E408DC331D6}" type="sibTrans" cxnId="{B3CE1E3E-D4C9-4547-AEE4-938837B95E96}">
      <dgm:prSet/>
      <dgm:spPr/>
      <dgm:t>
        <a:bodyPr/>
        <a:lstStyle/>
        <a:p>
          <a:endParaRPr lang="en-US"/>
        </a:p>
      </dgm:t>
    </dgm:pt>
    <dgm:pt modelId="{D03B2C1E-4F22-4080-A3A7-E0860F6FF126}">
      <dgm:prSet/>
      <dgm:spPr/>
      <dgm:t>
        <a:bodyPr/>
        <a:lstStyle/>
        <a:p>
          <a:r>
            <a:rPr lang="en-US" b="1" dirty="0"/>
            <a:t>Real-Time Processing</a:t>
          </a:r>
          <a:endParaRPr lang="en-US" dirty="0"/>
        </a:p>
      </dgm:t>
    </dgm:pt>
    <dgm:pt modelId="{8607ED6D-55C0-4F8C-8640-3A4F06728A44}" type="parTrans" cxnId="{810A224A-DF3D-4686-B80E-6DF5FCFF9089}">
      <dgm:prSet/>
      <dgm:spPr/>
      <dgm:t>
        <a:bodyPr/>
        <a:lstStyle/>
        <a:p>
          <a:endParaRPr lang="en-US"/>
        </a:p>
      </dgm:t>
    </dgm:pt>
    <dgm:pt modelId="{B085C4BA-452C-4DA7-AF82-6118BA8AE519}" type="sibTrans" cxnId="{810A224A-DF3D-4686-B80E-6DF5FCFF9089}">
      <dgm:prSet/>
      <dgm:spPr/>
      <dgm:t>
        <a:bodyPr/>
        <a:lstStyle/>
        <a:p>
          <a:endParaRPr lang="en-US"/>
        </a:p>
      </dgm:t>
    </dgm:pt>
    <dgm:pt modelId="{78272182-3503-4A26-A7F2-062C3AEE2300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Allow recruiters to upload resumes and get instant screening feedback.</a:t>
          </a:r>
        </a:p>
      </dgm:t>
    </dgm:pt>
    <dgm:pt modelId="{C38675C4-506A-406C-994E-DD62277D7E79}" type="parTrans" cxnId="{0E1433AA-EB1E-4F16-8D6D-BF79B864BC77}">
      <dgm:prSet/>
      <dgm:spPr/>
      <dgm:t>
        <a:bodyPr/>
        <a:lstStyle/>
        <a:p>
          <a:endParaRPr lang="en-US"/>
        </a:p>
      </dgm:t>
    </dgm:pt>
    <dgm:pt modelId="{ED69480D-1D65-4126-95A2-A498956E0E30}" type="sibTrans" cxnId="{0E1433AA-EB1E-4F16-8D6D-BF79B864BC77}">
      <dgm:prSet/>
      <dgm:spPr/>
      <dgm:t>
        <a:bodyPr/>
        <a:lstStyle/>
        <a:p>
          <a:endParaRPr lang="en-US"/>
        </a:p>
      </dgm:t>
    </dgm:pt>
    <dgm:pt modelId="{467F08B8-35D4-4CE1-B65E-B90C609C3AD2}">
      <dgm:prSet/>
      <dgm:spPr/>
      <dgm:t>
        <a:bodyPr/>
        <a:lstStyle/>
        <a:p>
          <a:r>
            <a:rPr lang="en-US" b="1" dirty="0"/>
            <a:t>Integration</a:t>
          </a:r>
          <a:endParaRPr lang="en-US" dirty="0"/>
        </a:p>
      </dgm:t>
    </dgm:pt>
    <dgm:pt modelId="{9551D220-C45D-403D-992F-A61DD8F28002}" type="parTrans" cxnId="{9CAF8612-C47B-4A4D-BAAB-5CAED2063AD0}">
      <dgm:prSet/>
      <dgm:spPr/>
      <dgm:t>
        <a:bodyPr/>
        <a:lstStyle/>
        <a:p>
          <a:endParaRPr lang="en-US"/>
        </a:p>
      </dgm:t>
    </dgm:pt>
    <dgm:pt modelId="{B323F8E8-2D24-4F25-8ABC-EC6636C91A73}" type="sibTrans" cxnId="{9CAF8612-C47B-4A4D-BAAB-5CAED2063AD0}">
      <dgm:prSet/>
      <dgm:spPr/>
      <dgm:t>
        <a:bodyPr/>
        <a:lstStyle/>
        <a:p>
          <a:endParaRPr lang="en-US"/>
        </a:p>
      </dgm:t>
    </dgm:pt>
    <dgm:pt modelId="{39F9A9AF-65B5-4CB0-AE63-5B7E84928785}">
      <dgm:prSet/>
      <dgm:spPr/>
      <dgm:t>
        <a:bodyPr/>
        <a:lstStyle/>
        <a:p>
          <a:r>
            <a:rPr lang="en-US" dirty="0"/>
            <a:t>Connect with </a:t>
          </a:r>
          <a:r>
            <a:rPr lang="en-US" b="1" dirty="0"/>
            <a:t>LinkedIn / Job Portals / ATS systems</a:t>
          </a:r>
          <a:r>
            <a:rPr lang="en-US" dirty="0"/>
            <a:t> for end-to-end recruitment workflow.</a:t>
          </a:r>
        </a:p>
      </dgm:t>
    </dgm:pt>
    <dgm:pt modelId="{5F499D88-7B59-4183-B187-4A259BB6FE2D}" type="parTrans" cxnId="{C8F034C1-1E58-4DD1-8AB8-A3147D0591CA}">
      <dgm:prSet/>
      <dgm:spPr/>
      <dgm:t>
        <a:bodyPr/>
        <a:lstStyle/>
        <a:p>
          <a:endParaRPr lang="en-US"/>
        </a:p>
      </dgm:t>
    </dgm:pt>
    <dgm:pt modelId="{6E6834CB-52C0-42D1-ABF0-A31B80EBCFF0}" type="sibTrans" cxnId="{C8F034C1-1E58-4DD1-8AB8-A3147D0591CA}">
      <dgm:prSet/>
      <dgm:spPr/>
      <dgm:t>
        <a:bodyPr/>
        <a:lstStyle/>
        <a:p>
          <a:endParaRPr lang="en-US"/>
        </a:p>
      </dgm:t>
    </dgm:pt>
    <dgm:pt modelId="{3AFBA549-E8E3-4FB8-B179-8D3758669392}">
      <dgm:prSet/>
      <dgm:spPr/>
      <dgm:t>
        <a:bodyPr/>
        <a:lstStyle/>
        <a:p>
          <a:r>
            <a:rPr lang="en-US" b="1" dirty="0"/>
            <a:t>Explainability</a:t>
          </a:r>
          <a:endParaRPr lang="en-US" dirty="0"/>
        </a:p>
      </dgm:t>
    </dgm:pt>
    <dgm:pt modelId="{B9D8E2B2-4D4E-4404-936D-C6D9A4E2EBF4}" type="parTrans" cxnId="{CE04EDB2-2897-4F52-99F6-46CCFDD162F5}">
      <dgm:prSet/>
      <dgm:spPr/>
      <dgm:t>
        <a:bodyPr/>
        <a:lstStyle/>
        <a:p>
          <a:endParaRPr lang="en-US"/>
        </a:p>
      </dgm:t>
    </dgm:pt>
    <dgm:pt modelId="{FAD8EA00-9EC8-472E-8FD2-4DB7230E6132}" type="sibTrans" cxnId="{CE04EDB2-2897-4F52-99F6-46CCFDD162F5}">
      <dgm:prSet/>
      <dgm:spPr/>
      <dgm:t>
        <a:bodyPr/>
        <a:lstStyle/>
        <a:p>
          <a:endParaRPr lang="en-US"/>
        </a:p>
      </dgm:t>
    </dgm:pt>
    <dgm:pt modelId="{4EA00F16-6576-4EC7-9850-9EB58E9A65DC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Add </a:t>
          </a:r>
          <a:r>
            <a:rPr lang="en-US" b="1" dirty="0"/>
            <a:t>model interpretability</a:t>
          </a:r>
          <a:r>
            <a:rPr lang="en-US" dirty="0"/>
            <a:t> (feature importance, SHAP values) so recruiters understand why a resume got a certain score.</a:t>
          </a:r>
        </a:p>
      </dgm:t>
    </dgm:pt>
    <dgm:pt modelId="{B3C851D4-7A6F-424E-945B-E7A274A934BD}" type="parTrans" cxnId="{BE17427D-358E-4A66-A62C-B8EFAB4D1026}">
      <dgm:prSet/>
      <dgm:spPr/>
      <dgm:t>
        <a:bodyPr/>
        <a:lstStyle/>
        <a:p>
          <a:endParaRPr lang="en-US"/>
        </a:p>
      </dgm:t>
    </dgm:pt>
    <dgm:pt modelId="{FADC38C3-D824-4A22-BE16-C276B0BF794F}" type="sibTrans" cxnId="{BE17427D-358E-4A66-A62C-B8EFAB4D1026}">
      <dgm:prSet/>
      <dgm:spPr/>
      <dgm:t>
        <a:bodyPr/>
        <a:lstStyle/>
        <a:p>
          <a:endParaRPr lang="en-US"/>
        </a:p>
      </dgm:t>
    </dgm:pt>
    <dgm:pt modelId="{22CBCC03-AF34-4B74-9B9B-5A37A3C9515E}" type="pres">
      <dgm:prSet presAssocID="{70B7E225-4026-407F-A698-8737B53F5B93}" presName="theList" presStyleCnt="0">
        <dgm:presLayoutVars>
          <dgm:dir/>
          <dgm:animLvl val="lvl"/>
          <dgm:resizeHandles val="exact"/>
        </dgm:presLayoutVars>
      </dgm:prSet>
      <dgm:spPr/>
    </dgm:pt>
    <dgm:pt modelId="{202571ED-57A3-4DB4-ADBF-224D2703EC79}" type="pres">
      <dgm:prSet presAssocID="{9D6268F7-D434-4B3F-BC06-14E260B6213A}" presName="compNode" presStyleCnt="0"/>
      <dgm:spPr/>
    </dgm:pt>
    <dgm:pt modelId="{EDD80932-7039-411E-9A0A-A2A17FEE72E6}" type="pres">
      <dgm:prSet presAssocID="{9D6268F7-D434-4B3F-BC06-14E260B6213A}" presName="aNode" presStyleLbl="bgShp" presStyleIdx="0" presStyleCnt="7"/>
      <dgm:spPr/>
    </dgm:pt>
    <dgm:pt modelId="{47E8ED7B-3CEA-45FE-9C0C-53E550817E48}" type="pres">
      <dgm:prSet presAssocID="{9D6268F7-D434-4B3F-BC06-14E260B6213A}" presName="textNode" presStyleLbl="bgShp" presStyleIdx="0" presStyleCnt="7"/>
      <dgm:spPr/>
    </dgm:pt>
    <dgm:pt modelId="{7AA66FC5-B70A-499B-8FAB-67D40758475E}" type="pres">
      <dgm:prSet presAssocID="{9D6268F7-D434-4B3F-BC06-14E260B6213A}" presName="compChildNode" presStyleCnt="0"/>
      <dgm:spPr/>
    </dgm:pt>
    <dgm:pt modelId="{FB0FE3AC-2DCD-48F3-A1C9-B524F94211B6}" type="pres">
      <dgm:prSet presAssocID="{9D6268F7-D434-4B3F-BC06-14E260B6213A}" presName="theInnerList" presStyleCnt="0"/>
      <dgm:spPr/>
    </dgm:pt>
    <dgm:pt modelId="{EF31749B-6364-4704-AD3C-05BDABD171CF}" type="pres">
      <dgm:prSet presAssocID="{4258CE9A-A07E-4E7C-B9C1-B2A5CC85810D}" presName="childNode" presStyleLbl="node1" presStyleIdx="0" presStyleCnt="7">
        <dgm:presLayoutVars>
          <dgm:bulletEnabled val="1"/>
        </dgm:presLayoutVars>
      </dgm:prSet>
      <dgm:spPr/>
    </dgm:pt>
    <dgm:pt modelId="{C2507EC7-6FB8-4734-8B41-6C548A9AA835}" type="pres">
      <dgm:prSet presAssocID="{9D6268F7-D434-4B3F-BC06-14E260B6213A}" presName="aSpace" presStyleCnt="0"/>
      <dgm:spPr/>
    </dgm:pt>
    <dgm:pt modelId="{914E8322-244E-4E10-B560-9E1ECE793054}" type="pres">
      <dgm:prSet presAssocID="{83FC0A77-78D6-4539-801F-13C4751AFA1A}" presName="compNode" presStyleCnt="0"/>
      <dgm:spPr/>
    </dgm:pt>
    <dgm:pt modelId="{6B0C2861-1AD5-4069-B5EE-8A4599E3C7DD}" type="pres">
      <dgm:prSet presAssocID="{83FC0A77-78D6-4539-801F-13C4751AFA1A}" presName="aNode" presStyleLbl="bgShp" presStyleIdx="1" presStyleCnt="7"/>
      <dgm:spPr/>
    </dgm:pt>
    <dgm:pt modelId="{740CA98B-E5ED-46E8-9264-9F65EFB8FB86}" type="pres">
      <dgm:prSet presAssocID="{83FC0A77-78D6-4539-801F-13C4751AFA1A}" presName="textNode" presStyleLbl="bgShp" presStyleIdx="1" presStyleCnt="7"/>
      <dgm:spPr/>
    </dgm:pt>
    <dgm:pt modelId="{38A01D05-469F-4B88-AF7D-4034DA10827D}" type="pres">
      <dgm:prSet presAssocID="{83FC0A77-78D6-4539-801F-13C4751AFA1A}" presName="compChildNode" presStyleCnt="0"/>
      <dgm:spPr/>
    </dgm:pt>
    <dgm:pt modelId="{4792F685-DFEA-49DC-980F-97FF3FB73DDB}" type="pres">
      <dgm:prSet presAssocID="{83FC0A77-78D6-4539-801F-13C4751AFA1A}" presName="theInnerList" presStyleCnt="0"/>
      <dgm:spPr/>
    </dgm:pt>
    <dgm:pt modelId="{E73FD346-3FEA-47F9-B653-0D681ACD6A59}" type="pres">
      <dgm:prSet presAssocID="{6024579B-3036-4CED-BF6E-9CC3F98BE684}" presName="childNode" presStyleLbl="node1" presStyleIdx="1" presStyleCnt="7">
        <dgm:presLayoutVars>
          <dgm:bulletEnabled val="1"/>
        </dgm:presLayoutVars>
      </dgm:prSet>
      <dgm:spPr/>
    </dgm:pt>
    <dgm:pt modelId="{A317D2E0-B0FE-49E5-AE3B-78DBA61BE758}" type="pres">
      <dgm:prSet presAssocID="{83FC0A77-78D6-4539-801F-13C4751AFA1A}" presName="aSpace" presStyleCnt="0"/>
      <dgm:spPr/>
    </dgm:pt>
    <dgm:pt modelId="{5E9204DD-1503-4F66-8375-5330B4D2F0FB}" type="pres">
      <dgm:prSet presAssocID="{693FBDDD-F2FC-4854-87F2-620E63313983}" presName="compNode" presStyleCnt="0"/>
      <dgm:spPr/>
    </dgm:pt>
    <dgm:pt modelId="{516620FC-D535-4068-B8AF-0746D3A9E6F9}" type="pres">
      <dgm:prSet presAssocID="{693FBDDD-F2FC-4854-87F2-620E63313983}" presName="aNode" presStyleLbl="bgShp" presStyleIdx="2" presStyleCnt="7"/>
      <dgm:spPr/>
    </dgm:pt>
    <dgm:pt modelId="{E0756E28-7362-4F8A-A96D-42CE06F618C6}" type="pres">
      <dgm:prSet presAssocID="{693FBDDD-F2FC-4854-87F2-620E63313983}" presName="textNode" presStyleLbl="bgShp" presStyleIdx="2" presStyleCnt="7"/>
      <dgm:spPr/>
    </dgm:pt>
    <dgm:pt modelId="{7B80C832-2965-4E9D-B9F4-869ACE2E2678}" type="pres">
      <dgm:prSet presAssocID="{693FBDDD-F2FC-4854-87F2-620E63313983}" presName="compChildNode" presStyleCnt="0"/>
      <dgm:spPr/>
    </dgm:pt>
    <dgm:pt modelId="{10A4DBC8-E85F-41D4-81DA-1065B2D3FCAD}" type="pres">
      <dgm:prSet presAssocID="{693FBDDD-F2FC-4854-87F2-620E63313983}" presName="theInnerList" presStyleCnt="0"/>
      <dgm:spPr/>
    </dgm:pt>
    <dgm:pt modelId="{75A6E5A1-A148-4BFB-AB36-ACD06D74DF27}" type="pres">
      <dgm:prSet presAssocID="{98276C8D-7CF3-42D0-A9D5-1BE69DA1E1BF}" presName="childNode" presStyleLbl="node1" presStyleIdx="2" presStyleCnt="7">
        <dgm:presLayoutVars>
          <dgm:bulletEnabled val="1"/>
        </dgm:presLayoutVars>
      </dgm:prSet>
      <dgm:spPr/>
    </dgm:pt>
    <dgm:pt modelId="{979B778D-A0D8-4CC4-B4E3-FD75631F9619}" type="pres">
      <dgm:prSet presAssocID="{693FBDDD-F2FC-4854-87F2-620E63313983}" presName="aSpace" presStyleCnt="0"/>
      <dgm:spPr/>
    </dgm:pt>
    <dgm:pt modelId="{7EFAB67A-1D5F-44B6-9B37-5D0A644A3178}" type="pres">
      <dgm:prSet presAssocID="{2318EF0D-0213-47B7-A43B-C2341045A207}" presName="compNode" presStyleCnt="0"/>
      <dgm:spPr/>
    </dgm:pt>
    <dgm:pt modelId="{30C69FF4-6659-4B49-B4BD-438549FE6C23}" type="pres">
      <dgm:prSet presAssocID="{2318EF0D-0213-47B7-A43B-C2341045A207}" presName="aNode" presStyleLbl="bgShp" presStyleIdx="3" presStyleCnt="7"/>
      <dgm:spPr/>
    </dgm:pt>
    <dgm:pt modelId="{0BE8B41D-77F8-463F-96BE-04F23D533F82}" type="pres">
      <dgm:prSet presAssocID="{2318EF0D-0213-47B7-A43B-C2341045A207}" presName="textNode" presStyleLbl="bgShp" presStyleIdx="3" presStyleCnt="7"/>
      <dgm:spPr/>
    </dgm:pt>
    <dgm:pt modelId="{98D88AEE-1674-4EF7-80FE-9D63C2F1F17C}" type="pres">
      <dgm:prSet presAssocID="{2318EF0D-0213-47B7-A43B-C2341045A207}" presName="compChildNode" presStyleCnt="0"/>
      <dgm:spPr/>
    </dgm:pt>
    <dgm:pt modelId="{AFDA3E25-7885-4C54-AF31-633276207A03}" type="pres">
      <dgm:prSet presAssocID="{2318EF0D-0213-47B7-A43B-C2341045A207}" presName="theInnerList" presStyleCnt="0"/>
      <dgm:spPr/>
    </dgm:pt>
    <dgm:pt modelId="{9261CCFB-A2CF-4398-B99D-875CBA48320A}" type="pres">
      <dgm:prSet presAssocID="{8697BC12-A936-4AC6-BE0B-14DEDEFBA259}" presName="childNode" presStyleLbl="node1" presStyleIdx="3" presStyleCnt="7">
        <dgm:presLayoutVars>
          <dgm:bulletEnabled val="1"/>
        </dgm:presLayoutVars>
      </dgm:prSet>
      <dgm:spPr/>
    </dgm:pt>
    <dgm:pt modelId="{ADDC55E3-11C9-43D9-A1CD-3A38AF57705C}" type="pres">
      <dgm:prSet presAssocID="{2318EF0D-0213-47B7-A43B-C2341045A207}" presName="aSpace" presStyleCnt="0"/>
      <dgm:spPr/>
    </dgm:pt>
    <dgm:pt modelId="{B40C55D2-F841-4FBC-B598-4BB6E0C1EE0D}" type="pres">
      <dgm:prSet presAssocID="{D03B2C1E-4F22-4080-A3A7-E0860F6FF126}" presName="compNode" presStyleCnt="0"/>
      <dgm:spPr/>
    </dgm:pt>
    <dgm:pt modelId="{FB18756D-3A14-4E7C-B37D-F379578DE5C8}" type="pres">
      <dgm:prSet presAssocID="{D03B2C1E-4F22-4080-A3A7-E0860F6FF126}" presName="aNode" presStyleLbl="bgShp" presStyleIdx="4" presStyleCnt="7"/>
      <dgm:spPr/>
    </dgm:pt>
    <dgm:pt modelId="{11F2AE16-0338-45EF-8824-0C4035475480}" type="pres">
      <dgm:prSet presAssocID="{D03B2C1E-4F22-4080-A3A7-E0860F6FF126}" presName="textNode" presStyleLbl="bgShp" presStyleIdx="4" presStyleCnt="7"/>
      <dgm:spPr/>
    </dgm:pt>
    <dgm:pt modelId="{453345D5-1D44-426E-A4CA-F4CA2D91AB68}" type="pres">
      <dgm:prSet presAssocID="{D03B2C1E-4F22-4080-A3A7-E0860F6FF126}" presName="compChildNode" presStyleCnt="0"/>
      <dgm:spPr/>
    </dgm:pt>
    <dgm:pt modelId="{3BCA9456-91E2-4B42-8495-514D89820801}" type="pres">
      <dgm:prSet presAssocID="{D03B2C1E-4F22-4080-A3A7-E0860F6FF126}" presName="theInnerList" presStyleCnt="0"/>
      <dgm:spPr/>
    </dgm:pt>
    <dgm:pt modelId="{1B398F2C-8E40-4FC2-A76F-7F7BC4128F64}" type="pres">
      <dgm:prSet presAssocID="{78272182-3503-4A26-A7F2-062C3AEE2300}" presName="childNode" presStyleLbl="node1" presStyleIdx="4" presStyleCnt="7">
        <dgm:presLayoutVars>
          <dgm:bulletEnabled val="1"/>
        </dgm:presLayoutVars>
      </dgm:prSet>
      <dgm:spPr/>
    </dgm:pt>
    <dgm:pt modelId="{16D2EDB7-F50D-47D1-9B84-D956C38AAAC3}" type="pres">
      <dgm:prSet presAssocID="{D03B2C1E-4F22-4080-A3A7-E0860F6FF126}" presName="aSpace" presStyleCnt="0"/>
      <dgm:spPr/>
    </dgm:pt>
    <dgm:pt modelId="{19A61E59-F74B-4A49-9490-CF86B0388241}" type="pres">
      <dgm:prSet presAssocID="{467F08B8-35D4-4CE1-B65E-B90C609C3AD2}" presName="compNode" presStyleCnt="0"/>
      <dgm:spPr/>
    </dgm:pt>
    <dgm:pt modelId="{0E6AB59F-CA05-47F5-B358-3443B9F1D8C7}" type="pres">
      <dgm:prSet presAssocID="{467F08B8-35D4-4CE1-B65E-B90C609C3AD2}" presName="aNode" presStyleLbl="bgShp" presStyleIdx="5" presStyleCnt="7"/>
      <dgm:spPr/>
    </dgm:pt>
    <dgm:pt modelId="{657ABB91-F7F7-41D6-AABD-F822DB0AA991}" type="pres">
      <dgm:prSet presAssocID="{467F08B8-35D4-4CE1-B65E-B90C609C3AD2}" presName="textNode" presStyleLbl="bgShp" presStyleIdx="5" presStyleCnt="7"/>
      <dgm:spPr/>
    </dgm:pt>
    <dgm:pt modelId="{F31FF12D-162E-44B2-8716-E2EC39B0B142}" type="pres">
      <dgm:prSet presAssocID="{467F08B8-35D4-4CE1-B65E-B90C609C3AD2}" presName="compChildNode" presStyleCnt="0"/>
      <dgm:spPr/>
    </dgm:pt>
    <dgm:pt modelId="{00C2D5D1-7153-4909-A029-CCF0CFB7EEAB}" type="pres">
      <dgm:prSet presAssocID="{467F08B8-35D4-4CE1-B65E-B90C609C3AD2}" presName="theInnerList" presStyleCnt="0"/>
      <dgm:spPr/>
    </dgm:pt>
    <dgm:pt modelId="{5D82D478-4E44-4726-B521-841A8BF12CF9}" type="pres">
      <dgm:prSet presAssocID="{39F9A9AF-65B5-4CB0-AE63-5B7E84928785}" presName="childNode" presStyleLbl="node1" presStyleIdx="5" presStyleCnt="7">
        <dgm:presLayoutVars>
          <dgm:bulletEnabled val="1"/>
        </dgm:presLayoutVars>
      </dgm:prSet>
      <dgm:spPr/>
    </dgm:pt>
    <dgm:pt modelId="{CF8515F9-94F3-4C6A-A367-747CAA001909}" type="pres">
      <dgm:prSet presAssocID="{467F08B8-35D4-4CE1-B65E-B90C609C3AD2}" presName="aSpace" presStyleCnt="0"/>
      <dgm:spPr/>
    </dgm:pt>
    <dgm:pt modelId="{DD4A3CD7-999B-46A1-ADF0-45F5021E79B8}" type="pres">
      <dgm:prSet presAssocID="{3AFBA549-E8E3-4FB8-B179-8D3758669392}" presName="compNode" presStyleCnt="0"/>
      <dgm:spPr/>
    </dgm:pt>
    <dgm:pt modelId="{9EA9FC3D-6D04-4877-B1A7-9840E8109BBF}" type="pres">
      <dgm:prSet presAssocID="{3AFBA549-E8E3-4FB8-B179-8D3758669392}" presName="aNode" presStyleLbl="bgShp" presStyleIdx="6" presStyleCnt="7"/>
      <dgm:spPr/>
    </dgm:pt>
    <dgm:pt modelId="{2B810280-6192-4E68-92A4-70C80F4980E8}" type="pres">
      <dgm:prSet presAssocID="{3AFBA549-E8E3-4FB8-B179-8D3758669392}" presName="textNode" presStyleLbl="bgShp" presStyleIdx="6" presStyleCnt="7"/>
      <dgm:spPr/>
    </dgm:pt>
    <dgm:pt modelId="{D4B088A4-4042-45E2-B639-7E470E70CBE2}" type="pres">
      <dgm:prSet presAssocID="{3AFBA549-E8E3-4FB8-B179-8D3758669392}" presName="compChildNode" presStyleCnt="0"/>
      <dgm:spPr/>
    </dgm:pt>
    <dgm:pt modelId="{2B8627CA-B93D-43BD-9E27-C92EEB26F0B8}" type="pres">
      <dgm:prSet presAssocID="{3AFBA549-E8E3-4FB8-B179-8D3758669392}" presName="theInnerList" presStyleCnt="0"/>
      <dgm:spPr/>
    </dgm:pt>
    <dgm:pt modelId="{6BBB7E8C-80C3-42DB-87DF-0DE3E1DA0A0D}" type="pres">
      <dgm:prSet presAssocID="{4EA00F16-6576-4EC7-9850-9EB58E9A65DC}" presName="childNode" presStyleLbl="node1" presStyleIdx="6" presStyleCnt="7">
        <dgm:presLayoutVars>
          <dgm:bulletEnabled val="1"/>
        </dgm:presLayoutVars>
      </dgm:prSet>
      <dgm:spPr/>
    </dgm:pt>
  </dgm:ptLst>
  <dgm:cxnLst>
    <dgm:cxn modelId="{96CEA00D-2236-4A91-B70D-60DFAB964560}" type="presOf" srcId="{4258CE9A-A07E-4E7C-B9C1-B2A5CC85810D}" destId="{EF31749B-6364-4704-AD3C-05BDABD171CF}" srcOrd="0" destOrd="0" presId="urn:microsoft.com/office/officeart/2005/8/layout/lProcess2"/>
    <dgm:cxn modelId="{9CAF8612-C47B-4A4D-BAAB-5CAED2063AD0}" srcId="{70B7E225-4026-407F-A698-8737B53F5B93}" destId="{467F08B8-35D4-4CE1-B65E-B90C609C3AD2}" srcOrd="5" destOrd="0" parTransId="{9551D220-C45D-403D-992F-A61DD8F28002}" sibTransId="{B323F8E8-2D24-4F25-8ABC-EC6636C91A73}"/>
    <dgm:cxn modelId="{530E2614-762F-4F61-BD76-0936CEB53747}" srcId="{70B7E225-4026-407F-A698-8737B53F5B93}" destId="{2318EF0D-0213-47B7-A43B-C2341045A207}" srcOrd="3" destOrd="0" parTransId="{2D8ACE1E-36B4-4C75-9E22-F24A4882134E}" sibTransId="{45065DD9-7D71-4C1A-BB43-132060286CF2}"/>
    <dgm:cxn modelId="{AA6E2926-3054-418A-9C87-641E26594D49}" srcId="{70B7E225-4026-407F-A698-8737B53F5B93}" destId="{9D6268F7-D434-4B3F-BC06-14E260B6213A}" srcOrd="0" destOrd="0" parTransId="{DF4E3803-C254-4BAD-8A92-B5D7FAF712D5}" sibTransId="{882B719B-21A6-498C-B0C1-62C6CE0D135B}"/>
    <dgm:cxn modelId="{AD048326-B30A-477F-971B-C8B8FE9F3DA9}" type="presOf" srcId="{D03B2C1E-4F22-4080-A3A7-E0860F6FF126}" destId="{FB18756D-3A14-4E7C-B37D-F379578DE5C8}" srcOrd="0" destOrd="0" presId="urn:microsoft.com/office/officeart/2005/8/layout/lProcess2"/>
    <dgm:cxn modelId="{C7061B36-E2DB-49DB-B0E3-B95A0F533C91}" type="presOf" srcId="{78272182-3503-4A26-A7F2-062C3AEE2300}" destId="{1B398F2C-8E40-4FC2-A76F-7F7BC4128F64}" srcOrd="0" destOrd="0" presId="urn:microsoft.com/office/officeart/2005/8/layout/lProcess2"/>
    <dgm:cxn modelId="{0709FD3A-2766-4386-925E-F228017BD4A3}" type="presOf" srcId="{8697BC12-A936-4AC6-BE0B-14DEDEFBA259}" destId="{9261CCFB-A2CF-4398-B99D-875CBA48320A}" srcOrd="0" destOrd="0" presId="urn:microsoft.com/office/officeart/2005/8/layout/lProcess2"/>
    <dgm:cxn modelId="{230C173B-0605-495F-B621-6B0675D54464}" type="presOf" srcId="{70B7E225-4026-407F-A698-8737B53F5B93}" destId="{22CBCC03-AF34-4B74-9B9B-5A37A3C9515E}" srcOrd="0" destOrd="0" presId="urn:microsoft.com/office/officeart/2005/8/layout/lProcess2"/>
    <dgm:cxn modelId="{8D98F83C-A994-402B-98D8-3AA1379BFB07}" type="presOf" srcId="{693FBDDD-F2FC-4854-87F2-620E63313983}" destId="{516620FC-D535-4068-B8AF-0746D3A9E6F9}" srcOrd="0" destOrd="0" presId="urn:microsoft.com/office/officeart/2005/8/layout/lProcess2"/>
    <dgm:cxn modelId="{B3CE1E3E-D4C9-4547-AEE4-938837B95E96}" srcId="{2318EF0D-0213-47B7-A43B-C2341045A207}" destId="{8697BC12-A936-4AC6-BE0B-14DEDEFBA259}" srcOrd="0" destOrd="0" parTransId="{1C6C9089-89C2-4F45-811A-2D2DD9B2C49C}" sibTransId="{B5F9DF1F-64C3-4D6E-A2A4-8E408DC331D6}"/>
    <dgm:cxn modelId="{2F04923F-47E2-4E93-A8B7-E6BFA84DA2D0}" srcId="{9D6268F7-D434-4B3F-BC06-14E260B6213A}" destId="{4258CE9A-A07E-4E7C-B9C1-B2A5CC85810D}" srcOrd="0" destOrd="0" parTransId="{E6EDA5E3-DCA1-4835-888F-73EE33C77B41}" sibTransId="{780C6CC5-3526-47B1-BB12-E02427793BFD}"/>
    <dgm:cxn modelId="{B4A9905E-29AF-4E1A-8B17-28A9DB08F6D1}" type="presOf" srcId="{3AFBA549-E8E3-4FB8-B179-8D3758669392}" destId="{9EA9FC3D-6D04-4877-B1A7-9840E8109BBF}" srcOrd="0" destOrd="0" presId="urn:microsoft.com/office/officeart/2005/8/layout/lProcess2"/>
    <dgm:cxn modelId="{41FC9A65-DCE0-407F-AFF8-95F7DB6F087C}" srcId="{70B7E225-4026-407F-A698-8737B53F5B93}" destId="{693FBDDD-F2FC-4854-87F2-620E63313983}" srcOrd="2" destOrd="0" parTransId="{630A52EC-B159-434C-B076-9009CA1ADFE3}" sibTransId="{4631C509-42AC-4CEB-A5DD-A8E7FD105CBE}"/>
    <dgm:cxn modelId="{632DAB46-E0E3-416B-9BAF-ADACFB46F8C6}" srcId="{693FBDDD-F2FC-4854-87F2-620E63313983}" destId="{98276C8D-7CF3-42D0-A9D5-1BE69DA1E1BF}" srcOrd="0" destOrd="0" parTransId="{2149E621-0827-4E5F-B466-665F764F8712}" sibTransId="{54ACCDCC-5DE1-4406-8617-9E66A1F083BE}"/>
    <dgm:cxn modelId="{A96A4049-7545-4180-829E-C24B0A24AE48}" type="presOf" srcId="{4EA00F16-6576-4EC7-9850-9EB58E9A65DC}" destId="{6BBB7E8C-80C3-42DB-87DF-0DE3E1DA0A0D}" srcOrd="0" destOrd="0" presId="urn:microsoft.com/office/officeart/2005/8/layout/lProcess2"/>
    <dgm:cxn modelId="{810A224A-DF3D-4686-B80E-6DF5FCFF9089}" srcId="{70B7E225-4026-407F-A698-8737B53F5B93}" destId="{D03B2C1E-4F22-4080-A3A7-E0860F6FF126}" srcOrd="4" destOrd="0" parTransId="{8607ED6D-55C0-4F8C-8640-3A4F06728A44}" sibTransId="{B085C4BA-452C-4DA7-AF82-6118BA8AE519}"/>
    <dgm:cxn modelId="{A478F372-64DF-44A7-8ADD-2A84CDC91A1E}" type="presOf" srcId="{D03B2C1E-4F22-4080-A3A7-E0860F6FF126}" destId="{11F2AE16-0338-45EF-8824-0C4035475480}" srcOrd="1" destOrd="0" presId="urn:microsoft.com/office/officeart/2005/8/layout/lProcess2"/>
    <dgm:cxn modelId="{98D07F76-BA95-4F03-BE11-AD47B171E05C}" type="presOf" srcId="{83FC0A77-78D6-4539-801F-13C4751AFA1A}" destId="{6B0C2861-1AD5-4069-B5EE-8A4599E3C7DD}" srcOrd="0" destOrd="0" presId="urn:microsoft.com/office/officeart/2005/8/layout/lProcess2"/>
    <dgm:cxn modelId="{8E9D527A-92D0-43E1-875D-740E5004E361}" type="presOf" srcId="{6024579B-3036-4CED-BF6E-9CC3F98BE684}" destId="{E73FD346-3FEA-47F9-B653-0D681ACD6A59}" srcOrd="0" destOrd="0" presId="urn:microsoft.com/office/officeart/2005/8/layout/lProcess2"/>
    <dgm:cxn modelId="{E5B9887C-7FDA-4097-A417-0A3FCDAC73C0}" type="presOf" srcId="{467F08B8-35D4-4CE1-B65E-B90C609C3AD2}" destId="{0E6AB59F-CA05-47F5-B358-3443B9F1D8C7}" srcOrd="0" destOrd="0" presId="urn:microsoft.com/office/officeart/2005/8/layout/lProcess2"/>
    <dgm:cxn modelId="{BE17427D-358E-4A66-A62C-B8EFAB4D1026}" srcId="{3AFBA549-E8E3-4FB8-B179-8D3758669392}" destId="{4EA00F16-6576-4EC7-9850-9EB58E9A65DC}" srcOrd="0" destOrd="0" parTransId="{B3C851D4-7A6F-424E-945B-E7A274A934BD}" sibTransId="{FADC38C3-D824-4A22-BE16-C276B0BF794F}"/>
    <dgm:cxn modelId="{3845EA8E-B565-4C2E-A0D6-2C32723D907B}" type="presOf" srcId="{9D6268F7-D434-4B3F-BC06-14E260B6213A}" destId="{EDD80932-7039-411E-9A0A-A2A17FEE72E6}" srcOrd="0" destOrd="0" presId="urn:microsoft.com/office/officeart/2005/8/layout/lProcess2"/>
    <dgm:cxn modelId="{A318969D-B364-4A37-9F47-198951C482C3}" type="presOf" srcId="{83FC0A77-78D6-4539-801F-13C4751AFA1A}" destId="{740CA98B-E5ED-46E8-9264-9F65EFB8FB86}" srcOrd="1" destOrd="0" presId="urn:microsoft.com/office/officeart/2005/8/layout/lProcess2"/>
    <dgm:cxn modelId="{37C1549F-4B03-47FC-93E1-8A003EB62ECA}" type="presOf" srcId="{2318EF0D-0213-47B7-A43B-C2341045A207}" destId="{30C69FF4-6659-4B49-B4BD-438549FE6C23}" srcOrd="0" destOrd="0" presId="urn:microsoft.com/office/officeart/2005/8/layout/lProcess2"/>
    <dgm:cxn modelId="{D7C84FA7-8082-4053-B66B-684695C95A6F}" type="presOf" srcId="{693FBDDD-F2FC-4854-87F2-620E63313983}" destId="{E0756E28-7362-4F8A-A96D-42CE06F618C6}" srcOrd="1" destOrd="0" presId="urn:microsoft.com/office/officeart/2005/8/layout/lProcess2"/>
    <dgm:cxn modelId="{0E1433AA-EB1E-4F16-8D6D-BF79B864BC77}" srcId="{D03B2C1E-4F22-4080-A3A7-E0860F6FF126}" destId="{78272182-3503-4A26-A7F2-062C3AEE2300}" srcOrd="0" destOrd="0" parTransId="{C38675C4-506A-406C-994E-DD62277D7E79}" sibTransId="{ED69480D-1D65-4126-95A2-A498956E0E30}"/>
    <dgm:cxn modelId="{CE04EDB2-2897-4F52-99F6-46CCFDD162F5}" srcId="{70B7E225-4026-407F-A698-8737B53F5B93}" destId="{3AFBA549-E8E3-4FB8-B179-8D3758669392}" srcOrd="6" destOrd="0" parTransId="{B9D8E2B2-4D4E-4404-936D-C6D9A4E2EBF4}" sibTransId="{FAD8EA00-9EC8-472E-8FD2-4DB7230E6132}"/>
    <dgm:cxn modelId="{FBF0F2BA-500A-4D90-8C2E-0951A3B34613}" type="presOf" srcId="{2318EF0D-0213-47B7-A43B-C2341045A207}" destId="{0BE8B41D-77F8-463F-96BE-04F23D533F82}" srcOrd="1" destOrd="0" presId="urn:microsoft.com/office/officeart/2005/8/layout/lProcess2"/>
    <dgm:cxn modelId="{DB0F0BBB-43FD-47C7-A644-2071BDF4E135}" type="presOf" srcId="{3AFBA549-E8E3-4FB8-B179-8D3758669392}" destId="{2B810280-6192-4E68-92A4-70C80F4980E8}" srcOrd="1" destOrd="0" presId="urn:microsoft.com/office/officeart/2005/8/layout/lProcess2"/>
    <dgm:cxn modelId="{0216C8BC-57F8-4E13-B3FF-1527CDF9AB6E}" srcId="{70B7E225-4026-407F-A698-8737B53F5B93}" destId="{83FC0A77-78D6-4539-801F-13C4751AFA1A}" srcOrd="1" destOrd="0" parTransId="{914BB33A-3AAF-483D-B6FC-A1B159D309EB}" sibTransId="{F17B226F-96C3-4922-8B0C-AC6146DE6C81}"/>
    <dgm:cxn modelId="{C8F034C1-1E58-4DD1-8AB8-A3147D0591CA}" srcId="{467F08B8-35D4-4CE1-B65E-B90C609C3AD2}" destId="{39F9A9AF-65B5-4CB0-AE63-5B7E84928785}" srcOrd="0" destOrd="0" parTransId="{5F499D88-7B59-4183-B187-4A259BB6FE2D}" sibTransId="{6E6834CB-52C0-42D1-ABF0-A31B80EBCFF0}"/>
    <dgm:cxn modelId="{F45A4ED3-DC50-488A-9774-E48F21865795}" type="presOf" srcId="{39F9A9AF-65B5-4CB0-AE63-5B7E84928785}" destId="{5D82D478-4E44-4726-B521-841A8BF12CF9}" srcOrd="0" destOrd="0" presId="urn:microsoft.com/office/officeart/2005/8/layout/lProcess2"/>
    <dgm:cxn modelId="{DC8E79DD-0564-4784-9794-B9E6B9D3C298}" type="presOf" srcId="{98276C8D-7CF3-42D0-A9D5-1BE69DA1E1BF}" destId="{75A6E5A1-A148-4BFB-AB36-ACD06D74DF27}" srcOrd="0" destOrd="0" presId="urn:microsoft.com/office/officeart/2005/8/layout/lProcess2"/>
    <dgm:cxn modelId="{89EDD1E8-1561-43FE-9002-6B86D728CAA7}" type="presOf" srcId="{9D6268F7-D434-4B3F-BC06-14E260B6213A}" destId="{47E8ED7B-3CEA-45FE-9C0C-53E550817E48}" srcOrd="1" destOrd="0" presId="urn:microsoft.com/office/officeart/2005/8/layout/lProcess2"/>
    <dgm:cxn modelId="{4B1443F1-7323-4C57-8593-0841A847B26A}" type="presOf" srcId="{467F08B8-35D4-4CE1-B65E-B90C609C3AD2}" destId="{657ABB91-F7F7-41D6-AABD-F822DB0AA991}" srcOrd="1" destOrd="0" presId="urn:microsoft.com/office/officeart/2005/8/layout/lProcess2"/>
    <dgm:cxn modelId="{64E9E0F9-AF40-41CB-9E57-3BE9D1DAF1B2}" srcId="{83FC0A77-78D6-4539-801F-13C4751AFA1A}" destId="{6024579B-3036-4CED-BF6E-9CC3F98BE684}" srcOrd="0" destOrd="0" parTransId="{3375760A-F1CA-49D6-BF8B-884C354D3054}" sibTransId="{447D188F-833A-4EC0-AB54-9DCA68F61935}"/>
    <dgm:cxn modelId="{F7DDF351-78EE-40B7-8C28-70645407C9B1}" type="presParOf" srcId="{22CBCC03-AF34-4B74-9B9B-5A37A3C9515E}" destId="{202571ED-57A3-4DB4-ADBF-224D2703EC79}" srcOrd="0" destOrd="0" presId="urn:microsoft.com/office/officeart/2005/8/layout/lProcess2"/>
    <dgm:cxn modelId="{4F894E06-D4EA-46AB-94C8-0DCD2BA45E68}" type="presParOf" srcId="{202571ED-57A3-4DB4-ADBF-224D2703EC79}" destId="{EDD80932-7039-411E-9A0A-A2A17FEE72E6}" srcOrd="0" destOrd="0" presId="urn:microsoft.com/office/officeart/2005/8/layout/lProcess2"/>
    <dgm:cxn modelId="{6A4627B4-3124-43CD-A6E7-B5ADDB7BE331}" type="presParOf" srcId="{202571ED-57A3-4DB4-ADBF-224D2703EC79}" destId="{47E8ED7B-3CEA-45FE-9C0C-53E550817E48}" srcOrd="1" destOrd="0" presId="urn:microsoft.com/office/officeart/2005/8/layout/lProcess2"/>
    <dgm:cxn modelId="{70E5A225-CE7D-4540-80E4-A51D436503FE}" type="presParOf" srcId="{202571ED-57A3-4DB4-ADBF-224D2703EC79}" destId="{7AA66FC5-B70A-499B-8FAB-67D40758475E}" srcOrd="2" destOrd="0" presId="urn:microsoft.com/office/officeart/2005/8/layout/lProcess2"/>
    <dgm:cxn modelId="{3EF25C83-82C2-44C7-9194-FA470E8C1881}" type="presParOf" srcId="{7AA66FC5-B70A-499B-8FAB-67D40758475E}" destId="{FB0FE3AC-2DCD-48F3-A1C9-B524F94211B6}" srcOrd="0" destOrd="0" presId="urn:microsoft.com/office/officeart/2005/8/layout/lProcess2"/>
    <dgm:cxn modelId="{9F7447B2-74BE-44B1-89FF-F2046AFFEC17}" type="presParOf" srcId="{FB0FE3AC-2DCD-48F3-A1C9-B524F94211B6}" destId="{EF31749B-6364-4704-AD3C-05BDABD171CF}" srcOrd="0" destOrd="0" presId="urn:microsoft.com/office/officeart/2005/8/layout/lProcess2"/>
    <dgm:cxn modelId="{CCA66B4A-B682-4D0F-933A-69C4AC12EE97}" type="presParOf" srcId="{22CBCC03-AF34-4B74-9B9B-5A37A3C9515E}" destId="{C2507EC7-6FB8-4734-8B41-6C548A9AA835}" srcOrd="1" destOrd="0" presId="urn:microsoft.com/office/officeart/2005/8/layout/lProcess2"/>
    <dgm:cxn modelId="{6A8286C2-788B-46B2-A979-220BDC04A03E}" type="presParOf" srcId="{22CBCC03-AF34-4B74-9B9B-5A37A3C9515E}" destId="{914E8322-244E-4E10-B560-9E1ECE793054}" srcOrd="2" destOrd="0" presId="urn:microsoft.com/office/officeart/2005/8/layout/lProcess2"/>
    <dgm:cxn modelId="{A2005CC1-28F3-4B97-9673-D763F71E1CF1}" type="presParOf" srcId="{914E8322-244E-4E10-B560-9E1ECE793054}" destId="{6B0C2861-1AD5-4069-B5EE-8A4599E3C7DD}" srcOrd="0" destOrd="0" presId="urn:microsoft.com/office/officeart/2005/8/layout/lProcess2"/>
    <dgm:cxn modelId="{0CC75A39-4309-461E-87BC-A8A8B29759B3}" type="presParOf" srcId="{914E8322-244E-4E10-B560-9E1ECE793054}" destId="{740CA98B-E5ED-46E8-9264-9F65EFB8FB86}" srcOrd="1" destOrd="0" presId="urn:microsoft.com/office/officeart/2005/8/layout/lProcess2"/>
    <dgm:cxn modelId="{8C146ABB-BB13-4DB0-B434-B64C226C1022}" type="presParOf" srcId="{914E8322-244E-4E10-B560-9E1ECE793054}" destId="{38A01D05-469F-4B88-AF7D-4034DA10827D}" srcOrd="2" destOrd="0" presId="urn:microsoft.com/office/officeart/2005/8/layout/lProcess2"/>
    <dgm:cxn modelId="{A01D2B86-DA0E-4921-AAC6-FC9B44F6291C}" type="presParOf" srcId="{38A01D05-469F-4B88-AF7D-4034DA10827D}" destId="{4792F685-DFEA-49DC-980F-97FF3FB73DDB}" srcOrd="0" destOrd="0" presId="urn:microsoft.com/office/officeart/2005/8/layout/lProcess2"/>
    <dgm:cxn modelId="{CCD20236-7419-488B-A187-A2344DA55C65}" type="presParOf" srcId="{4792F685-DFEA-49DC-980F-97FF3FB73DDB}" destId="{E73FD346-3FEA-47F9-B653-0D681ACD6A59}" srcOrd="0" destOrd="0" presId="urn:microsoft.com/office/officeart/2005/8/layout/lProcess2"/>
    <dgm:cxn modelId="{4815E50B-C949-426E-8EB5-06E2D17896B1}" type="presParOf" srcId="{22CBCC03-AF34-4B74-9B9B-5A37A3C9515E}" destId="{A317D2E0-B0FE-49E5-AE3B-78DBA61BE758}" srcOrd="3" destOrd="0" presId="urn:microsoft.com/office/officeart/2005/8/layout/lProcess2"/>
    <dgm:cxn modelId="{F3AF0F29-5BAF-425E-AE51-FBB58573FDA4}" type="presParOf" srcId="{22CBCC03-AF34-4B74-9B9B-5A37A3C9515E}" destId="{5E9204DD-1503-4F66-8375-5330B4D2F0FB}" srcOrd="4" destOrd="0" presId="urn:microsoft.com/office/officeart/2005/8/layout/lProcess2"/>
    <dgm:cxn modelId="{18625030-F151-4CE5-BD12-37CE30536CC8}" type="presParOf" srcId="{5E9204DD-1503-4F66-8375-5330B4D2F0FB}" destId="{516620FC-D535-4068-B8AF-0746D3A9E6F9}" srcOrd="0" destOrd="0" presId="urn:microsoft.com/office/officeart/2005/8/layout/lProcess2"/>
    <dgm:cxn modelId="{C4FCB8B7-06A4-48C6-BF7C-0734A0E66F07}" type="presParOf" srcId="{5E9204DD-1503-4F66-8375-5330B4D2F0FB}" destId="{E0756E28-7362-4F8A-A96D-42CE06F618C6}" srcOrd="1" destOrd="0" presId="urn:microsoft.com/office/officeart/2005/8/layout/lProcess2"/>
    <dgm:cxn modelId="{A28B402E-F314-4564-AE28-4EB1C00D7DBE}" type="presParOf" srcId="{5E9204DD-1503-4F66-8375-5330B4D2F0FB}" destId="{7B80C832-2965-4E9D-B9F4-869ACE2E2678}" srcOrd="2" destOrd="0" presId="urn:microsoft.com/office/officeart/2005/8/layout/lProcess2"/>
    <dgm:cxn modelId="{249ED98C-42CD-4FC5-8CC9-13238F3F2CF7}" type="presParOf" srcId="{7B80C832-2965-4E9D-B9F4-869ACE2E2678}" destId="{10A4DBC8-E85F-41D4-81DA-1065B2D3FCAD}" srcOrd="0" destOrd="0" presId="urn:microsoft.com/office/officeart/2005/8/layout/lProcess2"/>
    <dgm:cxn modelId="{7CD7D548-2189-408E-8FAE-4BB592B2FB34}" type="presParOf" srcId="{10A4DBC8-E85F-41D4-81DA-1065B2D3FCAD}" destId="{75A6E5A1-A148-4BFB-AB36-ACD06D74DF27}" srcOrd="0" destOrd="0" presId="urn:microsoft.com/office/officeart/2005/8/layout/lProcess2"/>
    <dgm:cxn modelId="{1528C2C9-E766-44E9-9BD8-6ED354A72E4A}" type="presParOf" srcId="{22CBCC03-AF34-4B74-9B9B-5A37A3C9515E}" destId="{979B778D-A0D8-4CC4-B4E3-FD75631F9619}" srcOrd="5" destOrd="0" presId="urn:microsoft.com/office/officeart/2005/8/layout/lProcess2"/>
    <dgm:cxn modelId="{FF3A047A-87E4-4A36-91F7-D610C61D4CD0}" type="presParOf" srcId="{22CBCC03-AF34-4B74-9B9B-5A37A3C9515E}" destId="{7EFAB67A-1D5F-44B6-9B37-5D0A644A3178}" srcOrd="6" destOrd="0" presId="urn:microsoft.com/office/officeart/2005/8/layout/lProcess2"/>
    <dgm:cxn modelId="{5BB1571C-EDBA-4507-9DFD-730442970E32}" type="presParOf" srcId="{7EFAB67A-1D5F-44B6-9B37-5D0A644A3178}" destId="{30C69FF4-6659-4B49-B4BD-438549FE6C23}" srcOrd="0" destOrd="0" presId="urn:microsoft.com/office/officeart/2005/8/layout/lProcess2"/>
    <dgm:cxn modelId="{3EB7777E-E802-43C5-BC3F-EC8B2F08DB53}" type="presParOf" srcId="{7EFAB67A-1D5F-44B6-9B37-5D0A644A3178}" destId="{0BE8B41D-77F8-463F-96BE-04F23D533F82}" srcOrd="1" destOrd="0" presId="urn:microsoft.com/office/officeart/2005/8/layout/lProcess2"/>
    <dgm:cxn modelId="{A8106CA5-BF5A-4CDF-B13D-46A05195986C}" type="presParOf" srcId="{7EFAB67A-1D5F-44B6-9B37-5D0A644A3178}" destId="{98D88AEE-1674-4EF7-80FE-9D63C2F1F17C}" srcOrd="2" destOrd="0" presId="urn:microsoft.com/office/officeart/2005/8/layout/lProcess2"/>
    <dgm:cxn modelId="{078A907E-DF47-4E3E-9BEC-D8837E2BA03B}" type="presParOf" srcId="{98D88AEE-1674-4EF7-80FE-9D63C2F1F17C}" destId="{AFDA3E25-7885-4C54-AF31-633276207A03}" srcOrd="0" destOrd="0" presId="urn:microsoft.com/office/officeart/2005/8/layout/lProcess2"/>
    <dgm:cxn modelId="{C57F7FFA-DEEB-4DBE-81FF-BFDE74C8A0AA}" type="presParOf" srcId="{AFDA3E25-7885-4C54-AF31-633276207A03}" destId="{9261CCFB-A2CF-4398-B99D-875CBA48320A}" srcOrd="0" destOrd="0" presId="urn:microsoft.com/office/officeart/2005/8/layout/lProcess2"/>
    <dgm:cxn modelId="{C2ACC432-D151-4656-9B91-4326018A4739}" type="presParOf" srcId="{22CBCC03-AF34-4B74-9B9B-5A37A3C9515E}" destId="{ADDC55E3-11C9-43D9-A1CD-3A38AF57705C}" srcOrd="7" destOrd="0" presId="urn:microsoft.com/office/officeart/2005/8/layout/lProcess2"/>
    <dgm:cxn modelId="{12B6029E-547F-4C02-9D8F-CBD05A02A2C0}" type="presParOf" srcId="{22CBCC03-AF34-4B74-9B9B-5A37A3C9515E}" destId="{B40C55D2-F841-4FBC-B598-4BB6E0C1EE0D}" srcOrd="8" destOrd="0" presId="urn:microsoft.com/office/officeart/2005/8/layout/lProcess2"/>
    <dgm:cxn modelId="{979C0DED-C962-49C7-B53E-E40F14BFC31B}" type="presParOf" srcId="{B40C55D2-F841-4FBC-B598-4BB6E0C1EE0D}" destId="{FB18756D-3A14-4E7C-B37D-F379578DE5C8}" srcOrd="0" destOrd="0" presId="urn:microsoft.com/office/officeart/2005/8/layout/lProcess2"/>
    <dgm:cxn modelId="{A4E3E54C-836A-4848-AC08-5D8257CD933E}" type="presParOf" srcId="{B40C55D2-F841-4FBC-B598-4BB6E0C1EE0D}" destId="{11F2AE16-0338-45EF-8824-0C4035475480}" srcOrd="1" destOrd="0" presId="urn:microsoft.com/office/officeart/2005/8/layout/lProcess2"/>
    <dgm:cxn modelId="{6E450EF9-B467-4699-BD39-7128C1BB1200}" type="presParOf" srcId="{B40C55D2-F841-4FBC-B598-4BB6E0C1EE0D}" destId="{453345D5-1D44-426E-A4CA-F4CA2D91AB68}" srcOrd="2" destOrd="0" presId="urn:microsoft.com/office/officeart/2005/8/layout/lProcess2"/>
    <dgm:cxn modelId="{2A375012-7F41-4317-AF13-AB13A09A49CA}" type="presParOf" srcId="{453345D5-1D44-426E-A4CA-F4CA2D91AB68}" destId="{3BCA9456-91E2-4B42-8495-514D89820801}" srcOrd="0" destOrd="0" presId="urn:microsoft.com/office/officeart/2005/8/layout/lProcess2"/>
    <dgm:cxn modelId="{54D56FC3-61C6-406D-B2E3-D9F4969EE5D2}" type="presParOf" srcId="{3BCA9456-91E2-4B42-8495-514D89820801}" destId="{1B398F2C-8E40-4FC2-A76F-7F7BC4128F64}" srcOrd="0" destOrd="0" presId="urn:microsoft.com/office/officeart/2005/8/layout/lProcess2"/>
    <dgm:cxn modelId="{1727BF8F-7025-48D2-BDA3-C137AE9D9F4F}" type="presParOf" srcId="{22CBCC03-AF34-4B74-9B9B-5A37A3C9515E}" destId="{16D2EDB7-F50D-47D1-9B84-D956C38AAAC3}" srcOrd="9" destOrd="0" presId="urn:microsoft.com/office/officeart/2005/8/layout/lProcess2"/>
    <dgm:cxn modelId="{56AA3324-5452-457F-AB71-F4212A4FF263}" type="presParOf" srcId="{22CBCC03-AF34-4B74-9B9B-5A37A3C9515E}" destId="{19A61E59-F74B-4A49-9490-CF86B0388241}" srcOrd="10" destOrd="0" presId="urn:microsoft.com/office/officeart/2005/8/layout/lProcess2"/>
    <dgm:cxn modelId="{DD960B41-99C4-43B8-9732-BC044E35F5FD}" type="presParOf" srcId="{19A61E59-F74B-4A49-9490-CF86B0388241}" destId="{0E6AB59F-CA05-47F5-B358-3443B9F1D8C7}" srcOrd="0" destOrd="0" presId="urn:microsoft.com/office/officeart/2005/8/layout/lProcess2"/>
    <dgm:cxn modelId="{DAD29B35-6F15-4FF0-8A7D-85053D4FD665}" type="presParOf" srcId="{19A61E59-F74B-4A49-9490-CF86B0388241}" destId="{657ABB91-F7F7-41D6-AABD-F822DB0AA991}" srcOrd="1" destOrd="0" presId="urn:microsoft.com/office/officeart/2005/8/layout/lProcess2"/>
    <dgm:cxn modelId="{04D98CDC-A7BA-477C-91C0-9190A5838D40}" type="presParOf" srcId="{19A61E59-F74B-4A49-9490-CF86B0388241}" destId="{F31FF12D-162E-44B2-8716-E2EC39B0B142}" srcOrd="2" destOrd="0" presId="urn:microsoft.com/office/officeart/2005/8/layout/lProcess2"/>
    <dgm:cxn modelId="{50582BC9-7204-4F92-AC4B-EBAB72A45955}" type="presParOf" srcId="{F31FF12D-162E-44B2-8716-E2EC39B0B142}" destId="{00C2D5D1-7153-4909-A029-CCF0CFB7EEAB}" srcOrd="0" destOrd="0" presId="urn:microsoft.com/office/officeart/2005/8/layout/lProcess2"/>
    <dgm:cxn modelId="{0828466D-2297-4891-8FDA-6BDD93493C1D}" type="presParOf" srcId="{00C2D5D1-7153-4909-A029-CCF0CFB7EEAB}" destId="{5D82D478-4E44-4726-B521-841A8BF12CF9}" srcOrd="0" destOrd="0" presId="urn:microsoft.com/office/officeart/2005/8/layout/lProcess2"/>
    <dgm:cxn modelId="{59FDE4F8-163B-4F74-9892-DDD540AE2368}" type="presParOf" srcId="{22CBCC03-AF34-4B74-9B9B-5A37A3C9515E}" destId="{CF8515F9-94F3-4C6A-A367-747CAA001909}" srcOrd="11" destOrd="0" presId="urn:microsoft.com/office/officeart/2005/8/layout/lProcess2"/>
    <dgm:cxn modelId="{1A3519E6-ED1E-4A10-998D-7031EAC2050B}" type="presParOf" srcId="{22CBCC03-AF34-4B74-9B9B-5A37A3C9515E}" destId="{DD4A3CD7-999B-46A1-ADF0-45F5021E79B8}" srcOrd="12" destOrd="0" presId="urn:microsoft.com/office/officeart/2005/8/layout/lProcess2"/>
    <dgm:cxn modelId="{2868E10E-02D2-4B22-B7ED-6679278830E0}" type="presParOf" srcId="{DD4A3CD7-999B-46A1-ADF0-45F5021E79B8}" destId="{9EA9FC3D-6D04-4877-B1A7-9840E8109BBF}" srcOrd="0" destOrd="0" presId="urn:microsoft.com/office/officeart/2005/8/layout/lProcess2"/>
    <dgm:cxn modelId="{9DE9BABC-1B5A-4118-A613-6C54BF9F2B16}" type="presParOf" srcId="{DD4A3CD7-999B-46A1-ADF0-45F5021E79B8}" destId="{2B810280-6192-4E68-92A4-70C80F4980E8}" srcOrd="1" destOrd="0" presId="urn:microsoft.com/office/officeart/2005/8/layout/lProcess2"/>
    <dgm:cxn modelId="{0DB5BB8D-2F37-492D-8C56-2D421F8A79F4}" type="presParOf" srcId="{DD4A3CD7-999B-46A1-ADF0-45F5021E79B8}" destId="{D4B088A4-4042-45E2-B639-7E470E70CBE2}" srcOrd="2" destOrd="0" presId="urn:microsoft.com/office/officeart/2005/8/layout/lProcess2"/>
    <dgm:cxn modelId="{2A35B967-54F1-475F-B502-FF0D0C1D63A7}" type="presParOf" srcId="{D4B088A4-4042-45E2-B639-7E470E70CBE2}" destId="{2B8627CA-B93D-43BD-9E27-C92EEB26F0B8}" srcOrd="0" destOrd="0" presId="urn:microsoft.com/office/officeart/2005/8/layout/lProcess2"/>
    <dgm:cxn modelId="{2DF325BE-5139-4540-931E-D446EFD91779}" type="presParOf" srcId="{2B8627CA-B93D-43BD-9E27-C92EEB26F0B8}" destId="{6BBB7E8C-80C3-42DB-87DF-0DE3E1DA0A0D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DAC3B-9EBA-42E7-BF9D-A00F5D7F1126}">
      <dsp:nvSpPr>
        <dsp:cNvPr id="0" name=""/>
        <dsp:cNvSpPr/>
      </dsp:nvSpPr>
      <dsp:spPr>
        <a:xfrm>
          <a:off x="3229786" y="575"/>
          <a:ext cx="4844680" cy="7248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The system replaces manual resume evaluation with an AI-driven approach, making the shortlisting process faster and less error-prone.</a:t>
          </a:r>
        </a:p>
      </dsp:txBody>
      <dsp:txXfrm>
        <a:off x="3229786" y="91178"/>
        <a:ext cx="4572871" cy="543617"/>
      </dsp:txXfrm>
    </dsp:sp>
    <dsp:sp modelId="{7351E681-C65C-40CE-8FCA-6512880A81E3}">
      <dsp:nvSpPr>
        <dsp:cNvPr id="0" name=""/>
        <dsp:cNvSpPr/>
      </dsp:nvSpPr>
      <dsp:spPr>
        <a:xfrm>
          <a:off x="0" y="575"/>
          <a:ext cx="3229786" cy="72482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Automates resume screening</a:t>
          </a:r>
        </a:p>
      </dsp:txBody>
      <dsp:txXfrm>
        <a:off x="35383" y="35958"/>
        <a:ext cx="3159020" cy="654057"/>
      </dsp:txXfrm>
    </dsp:sp>
    <dsp:sp modelId="{D88C0966-4549-4A5F-8F62-FB1D599ACA43}">
      <dsp:nvSpPr>
        <dsp:cNvPr id="0" name=""/>
        <dsp:cNvSpPr/>
      </dsp:nvSpPr>
      <dsp:spPr>
        <a:xfrm>
          <a:off x="3229786" y="797881"/>
          <a:ext cx="4844680" cy="7248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261582"/>
            <a:satOff val="-555"/>
            <a:lumOff val="-124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261582"/>
              <a:satOff val="-555"/>
              <a:lumOff val="-12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Recruiters can choose a target job role, and the system evaluates how well each uploaded resume matches that role.</a:t>
          </a:r>
        </a:p>
      </dsp:txBody>
      <dsp:txXfrm>
        <a:off x="3229786" y="888484"/>
        <a:ext cx="4572871" cy="543617"/>
      </dsp:txXfrm>
    </dsp:sp>
    <dsp:sp modelId="{BBD7AF42-AB03-4036-8787-B55B1463737E}">
      <dsp:nvSpPr>
        <dsp:cNvPr id="0" name=""/>
        <dsp:cNvSpPr/>
      </dsp:nvSpPr>
      <dsp:spPr>
        <a:xfrm>
          <a:off x="0" y="797881"/>
          <a:ext cx="3229786" cy="724823"/>
        </a:xfrm>
        <a:prstGeom prst="roundRect">
          <a:avLst/>
        </a:prstGeom>
        <a:gradFill rotWithShape="0">
          <a:gsLst>
            <a:gs pos="0">
              <a:schemeClr val="accent4">
                <a:hueOff val="174110"/>
                <a:satOff val="3034"/>
                <a:lumOff val="-121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74110"/>
                <a:satOff val="3034"/>
                <a:lumOff val="-121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74110"/>
                <a:satOff val="3034"/>
                <a:lumOff val="-121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Analyzes resumes against specific job roles</a:t>
          </a:r>
        </a:p>
      </dsp:txBody>
      <dsp:txXfrm>
        <a:off x="35383" y="833264"/>
        <a:ext cx="3159020" cy="654057"/>
      </dsp:txXfrm>
    </dsp:sp>
    <dsp:sp modelId="{3B076BEB-1ECF-47C6-9716-F5820B5E6AA9}">
      <dsp:nvSpPr>
        <dsp:cNvPr id="0" name=""/>
        <dsp:cNvSpPr/>
      </dsp:nvSpPr>
      <dsp:spPr>
        <a:xfrm>
          <a:off x="3229786" y="1595187"/>
          <a:ext cx="4844680" cy="7248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523163"/>
            <a:satOff val="-1111"/>
            <a:lumOff val="-248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523163"/>
              <a:satOff val="-1111"/>
              <a:lumOff val="-24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The tool can handle multiple resumes simultaneously (up to 5 at a time), making it suitable for real hiring scenarios.</a:t>
          </a:r>
        </a:p>
      </dsp:txBody>
      <dsp:txXfrm>
        <a:off x="3229786" y="1685790"/>
        <a:ext cx="4572871" cy="543617"/>
      </dsp:txXfrm>
    </dsp:sp>
    <dsp:sp modelId="{2CAC38CB-F2F5-4E60-987C-07C4E971C5C6}">
      <dsp:nvSpPr>
        <dsp:cNvPr id="0" name=""/>
        <dsp:cNvSpPr/>
      </dsp:nvSpPr>
      <dsp:spPr>
        <a:xfrm>
          <a:off x="0" y="1595187"/>
          <a:ext cx="3229786" cy="724823"/>
        </a:xfrm>
        <a:prstGeom prst="roundRect">
          <a:avLst/>
        </a:prstGeom>
        <a:gradFill rotWithShape="0">
          <a:gsLst>
            <a:gs pos="0">
              <a:schemeClr val="accent4">
                <a:hueOff val="348220"/>
                <a:satOff val="6069"/>
                <a:lumOff val="-24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48220"/>
                <a:satOff val="6069"/>
                <a:lumOff val="-24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48220"/>
                <a:satOff val="6069"/>
                <a:lumOff val="-24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Supports bulk processing</a:t>
          </a:r>
        </a:p>
      </dsp:txBody>
      <dsp:txXfrm>
        <a:off x="35383" y="1630570"/>
        <a:ext cx="3159020" cy="654057"/>
      </dsp:txXfrm>
    </dsp:sp>
    <dsp:sp modelId="{CEEBF8B9-2175-456F-8C25-5CA7E4C4FFE4}">
      <dsp:nvSpPr>
        <dsp:cNvPr id="0" name=""/>
        <dsp:cNvSpPr/>
      </dsp:nvSpPr>
      <dsp:spPr>
        <a:xfrm>
          <a:off x="3229786" y="2392493"/>
          <a:ext cx="4844680" cy="7248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784745"/>
            <a:satOff val="-1666"/>
            <a:lumOff val="-372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784745"/>
              <a:satOff val="-1666"/>
              <a:lumOff val="-37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Each resume is assigned a percentage score that reflects its relevance to the selected job role.</a:t>
          </a:r>
        </a:p>
      </dsp:txBody>
      <dsp:txXfrm>
        <a:off x="3229786" y="2483096"/>
        <a:ext cx="4572871" cy="543617"/>
      </dsp:txXfrm>
    </dsp:sp>
    <dsp:sp modelId="{C3E76127-0600-43BA-B997-82C9347C8E59}">
      <dsp:nvSpPr>
        <dsp:cNvPr id="0" name=""/>
        <dsp:cNvSpPr/>
      </dsp:nvSpPr>
      <dsp:spPr>
        <a:xfrm>
          <a:off x="0" y="2392493"/>
          <a:ext cx="3229786" cy="724823"/>
        </a:xfrm>
        <a:prstGeom prst="roundRect">
          <a:avLst/>
        </a:prstGeom>
        <a:gradFill rotWithShape="0">
          <a:gsLst>
            <a:gs pos="0">
              <a:schemeClr val="accent4">
                <a:hueOff val="522331"/>
                <a:satOff val="9103"/>
                <a:lumOff val="-36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22331"/>
                <a:satOff val="9103"/>
                <a:lumOff val="-36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22331"/>
                <a:satOff val="9103"/>
                <a:lumOff val="-36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Generates suitability scores</a:t>
          </a:r>
        </a:p>
      </dsp:txBody>
      <dsp:txXfrm>
        <a:off x="35383" y="2427876"/>
        <a:ext cx="3159020" cy="654057"/>
      </dsp:txXfrm>
    </dsp:sp>
    <dsp:sp modelId="{2E7F380E-2A97-4003-8B11-72EF5A919FA8}">
      <dsp:nvSpPr>
        <dsp:cNvPr id="0" name=""/>
        <dsp:cNvSpPr/>
      </dsp:nvSpPr>
      <dsp:spPr>
        <a:xfrm>
          <a:off x="3229786" y="3189799"/>
          <a:ext cx="4844680" cy="7248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1046327"/>
            <a:satOff val="-2222"/>
            <a:lumOff val="-496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046327"/>
              <a:satOff val="-2222"/>
              <a:lumOff val="-49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Results are shown in a donut chart, enabling easy comparison between candidates at a glance.</a:t>
          </a:r>
        </a:p>
      </dsp:txBody>
      <dsp:txXfrm>
        <a:off x="3229786" y="3280402"/>
        <a:ext cx="4572871" cy="543617"/>
      </dsp:txXfrm>
    </dsp:sp>
    <dsp:sp modelId="{9BBE1AB0-830E-4D11-98F4-0E8C8B5DCA18}">
      <dsp:nvSpPr>
        <dsp:cNvPr id="0" name=""/>
        <dsp:cNvSpPr/>
      </dsp:nvSpPr>
      <dsp:spPr>
        <a:xfrm>
          <a:off x="0" y="3189799"/>
          <a:ext cx="3229786" cy="724823"/>
        </a:xfrm>
        <a:prstGeom prst="roundRect">
          <a:avLst/>
        </a:prstGeom>
        <a:gradFill rotWithShape="0">
          <a:gsLst>
            <a:gs pos="0">
              <a:schemeClr val="accent4">
                <a:hueOff val="696441"/>
                <a:satOff val="12138"/>
                <a:lumOff val="-48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96441"/>
                <a:satOff val="12138"/>
                <a:lumOff val="-48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96441"/>
                <a:satOff val="12138"/>
                <a:lumOff val="-48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Provides clear visualization</a:t>
          </a:r>
        </a:p>
      </dsp:txBody>
      <dsp:txXfrm>
        <a:off x="35383" y="3225182"/>
        <a:ext cx="3159020" cy="654057"/>
      </dsp:txXfrm>
    </dsp:sp>
    <dsp:sp modelId="{63821714-D7FA-49EF-9F6F-99A2CD7EA36D}">
      <dsp:nvSpPr>
        <dsp:cNvPr id="0" name=""/>
        <dsp:cNvSpPr/>
      </dsp:nvSpPr>
      <dsp:spPr>
        <a:xfrm>
          <a:off x="3229786" y="3987105"/>
          <a:ext cx="4844680" cy="7248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1307909"/>
            <a:satOff val="-2777"/>
            <a:lumOff val="-62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307909"/>
              <a:satOff val="-2777"/>
              <a:lumOff val="-62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Saves recruiters’ time and effort, while ensuring a consistent, unbiased, and data-driven shortlisting process.</a:t>
          </a:r>
        </a:p>
      </dsp:txBody>
      <dsp:txXfrm>
        <a:off x="3229786" y="4077708"/>
        <a:ext cx="4572871" cy="543617"/>
      </dsp:txXfrm>
    </dsp:sp>
    <dsp:sp modelId="{372C1D40-9C24-4317-A43B-D242E1EACB6F}">
      <dsp:nvSpPr>
        <dsp:cNvPr id="0" name=""/>
        <dsp:cNvSpPr/>
      </dsp:nvSpPr>
      <dsp:spPr>
        <a:xfrm>
          <a:off x="0" y="3987105"/>
          <a:ext cx="3229786" cy="724823"/>
        </a:xfrm>
        <a:prstGeom prst="roundRect">
          <a:avLst/>
        </a:prstGeom>
        <a:gradFill rotWithShape="0">
          <a:gsLst>
            <a:gs pos="0">
              <a:schemeClr val="accent4">
                <a:hueOff val="870551"/>
                <a:satOff val="15172"/>
                <a:lumOff val="-60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870551"/>
                <a:satOff val="15172"/>
                <a:lumOff val="-60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870551"/>
                <a:satOff val="15172"/>
                <a:lumOff val="-60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Improves efficiency and fairness</a:t>
          </a:r>
        </a:p>
      </dsp:txBody>
      <dsp:txXfrm>
        <a:off x="35383" y="4022488"/>
        <a:ext cx="3159020" cy="6540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8DAAE-8EE3-412F-80C9-061F3E4EAC02}">
      <dsp:nvSpPr>
        <dsp:cNvPr id="0" name=""/>
        <dsp:cNvSpPr/>
      </dsp:nvSpPr>
      <dsp:spPr>
        <a:xfrm>
          <a:off x="-5547513" y="-849316"/>
          <a:ext cx="6605122" cy="6605122"/>
        </a:xfrm>
        <a:prstGeom prst="blockArc">
          <a:avLst>
            <a:gd name="adj1" fmla="val 18900000"/>
            <a:gd name="adj2" fmla="val 2700000"/>
            <a:gd name="adj3" fmla="val 327"/>
          </a:avLst>
        </a:pr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636D94-6E21-44E0-8DCB-9AF2C64CF5D8}">
      <dsp:nvSpPr>
        <dsp:cNvPr id="0" name=""/>
        <dsp:cNvSpPr/>
      </dsp:nvSpPr>
      <dsp:spPr>
        <a:xfrm>
          <a:off x="462389" y="306557"/>
          <a:ext cx="7590118" cy="6135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972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Make recruitment faster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Minimize time spent on manual resume screening.</a:t>
          </a:r>
          <a:endParaRPr lang="en-US" sz="1400" kern="1200"/>
        </a:p>
      </dsp:txBody>
      <dsp:txXfrm>
        <a:off x="462389" y="306557"/>
        <a:ext cx="7590118" cy="613507"/>
      </dsp:txXfrm>
    </dsp:sp>
    <dsp:sp modelId="{7FFC4CB4-5637-4587-9DC7-F7FD11B39EA7}">
      <dsp:nvSpPr>
        <dsp:cNvPr id="0" name=""/>
        <dsp:cNvSpPr/>
      </dsp:nvSpPr>
      <dsp:spPr>
        <a:xfrm>
          <a:off x="78947" y="229869"/>
          <a:ext cx="766884" cy="7668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C76A0-E767-4B1A-818F-179F82B1EF63}">
      <dsp:nvSpPr>
        <dsp:cNvPr id="0" name=""/>
        <dsp:cNvSpPr/>
      </dsp:nvSpPr>
      <dsp:spPr>
        <a:xfrm>
          <a:off x="902010" y="1226524"/>
          <a:ext cx="7150497" cy="6135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972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Ensure accurate shortlisting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Match candidate skills with job requirements precisely.</a:t>
          </a:r>
          <a:endParaRPr lang="en-US" sz="1400" kern="1200"/>
        </a:p>
      </dsp:txBody>
      <dsp:txXfrm>
        <a:off x="902010" y="1226524"/>
        <a:ext cx="7150497" cy="613507"/>
      </dsp:txXfrm>
    </dsp:sp>
    <dsp:sp modelId="{1BA8EE25-2BAE-43F0-B518-A527F639E04A}">
      <dsp:nvSpPr>
        <dsp:cNvPr id="0" name=""/>
        <dsp:cNvSpPr/>
      </dsp:nvSpPr>
      <dsp:spPr>
        <a:xfrm>
          <a:off x="518568" y="1149835"/>
          <a:ext cx="766884" cy="7668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9F0057-76B3-4A77-A9B3-CE3D1F471EE8}">
      <dsp:nvSpPr>
        <dsp:cNvPr id="0" name=""/>
        <dsp:cNvSpPr/>
      </dsp:nvSpPr>
      <dsp:spPr>
        <a:xfrm>
          <a:off x="1036939" y="2146491"/>
          <a:ext cx="7015568" cy="6135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972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Rank candidates efficiently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Highlight top candidates for easier decision-making.</a:t>
          </a:r>
          <a:endParaRPr lang="en-US" sz="1400" kern="1200"/>
        </a:p>
      </dsp:txBody>
      <dsp:txXfrm>
        <a:off x="1036939" y="2146491"/>
        <a:ext cx="7015568" cy="613507"/>
      </dsp:txXfrm>
    </dsp:sp>
    <dsp:sp modelId="{6D051B4A-8EC5-4A3D-B22C-E37DD32DFB8E}">
      <dsp:nvSpPr>
        <dsp:cNvPr id="0" name=""/>
        <dsp:cNvSpPr/>
      </dsp:nvSpPr>
      <dsp:spPr>
        <a:xfrm>
          <a:off x="653497" y="2069802"/>
          <a:ext cx="766884" cy="7668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48EEA-FEF0-49BE-80A6-77C492C2BE4D}">
      <dsp:nvSpPr>
        <dsp:cNvPr id="0" name=""/>
        <dsp:cNvSpPr/>
      </dsp:nvSpPr>
      <dsp:spPr>
        <a:xfrm>
          <a:off x="902010" y="3066458"/>
          <a:ext cx="7150497" cy="6135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972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Promote fairness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Provide unbiased, data-driven evaluations.</a:t>
          </a:r>
          <a:endParaRPr lang="en-US" sz="1400" kern="1200"/>
        </a:p>
      </dsp:txBody>
      <dsp:txXfrm>
        <a:off x="902010" y="3066458"/>
        <a:ext cx="7150497" cy="613507"/>
      </dsp:txXfrm>
    </dsp:sp>
    <dsp:sp modelId="{1F86B841-280E-4E00-BF6F-BAFE2D2BD056}">
      <dsp:nvSpPr>
        <dsp:cNvPr id="0" name=""/>
        <dsp:cNvSpPr/>
      </dsp:nvSpPr>
      <dsp:spPr>
        <a:xfrm>
          <a:off x="518568" y="2989769"/>
          <a:ext cx="766884" cy="7668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0E4910-A51B-4F6A-935A-AAD0EC6CB615}">
      <dsp:nvSpPr>
        <dsp:cNvPr id="0" name=""/>
        <dsp:cNvSpPr/>
      </dsp:nvSpPr>
      <dsp:spPr>
        <a:xfrm>
          <a:off x="462389" y="3986424"/>
          <a:ext cx="7590118" cy="6135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6972" tIns="45720" rIns="45720" bIns="4572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Support recruiters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Help HR focus on interviews rather than initial screening.</a:t>
          </a:r>
          <a:endParaRPr lang="en-US" sz="1400" kern="1200"/>
        </a:p>
      </dsp:txBody>
      <dsp:txXfrm>
        <a:off x="462389" y="3986424"/>
        <a:ext cx="7590118" cy="613507"/>
      </dsp:txXfrm>
    </dsp:sp>
    <dsp:sp modelId="{D6BCDDB6-6E74-45C7-A7B0-A0971A07633E}">
      <dsp:nvSpPr>
        <dsp:cNvPr id="0" name=""/>
        <dsp:cNvSpPr/>
      </dsp:nvSpPr>
      <dsp:spPr>
        <a:xfrm>
          <a:off x="78947" y="3909736"/>
          <a:ext cx="766884" cy="7668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80932-7039-411E-9A0A-A2A17FEE72E6}">
      <dsp:nvSpPr>
        <dsp:cNvPr id="0" name=""/>
        <dsp:cNvSpPr/>
      </dsp:nvSpPr>
      <dsp:spPr>
        <a:xfrm>
          <a:off x="8464" y="0"/>
          <a:ext cx="1561958" cy="3556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Expand Algorithms</a:t>
          </a:r>
          <a:endParaRPr lang="en-US" sz="1400" kern="1200" dirty="0"/>
        </a:p>
      </dsp:txBody>
      <dsp:txXfrm>
        <a:off x="8464" y="0"/>
        <a:ext cx="1561958" cy="1066800"/>
      </dsp:txXfrm>
    </dsp:sp>
    <dsp:sp modelId="{EF31749B-6364-4704-AD3C-05BDABD171CF}">
      <dsp:nvSpPr>
        <dsp:cNvPr id="0" name=""/>
        <dsp:cNvSpPr/>
      </dsp:nvSpPr>
      <dsp:spPr>
        <a:xfrm>
          <a:off x="164660" y="1066800"/>
          <a:ext cx="1249566" cy="2311400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Explore </a:t>
          </a:r>
          <a:r>
            <a:rPr lang="en-US" sz="1200" b="1" kern="1200" dirty="0"/>
            <a:t>deep learning models (BERT, CNNs, RNNs)</a:t>
          </a:r>
          <a:r>
            <a:rPr lang="en-US" sz="1200" kern="1200" dirty="0"/>
            <a:t> for better context understanding beyond Random Forest &amp; KNN.</a:t>
          </a:r>
        </a:p>
      </dsp:txBody>
      <dsp:txXfrm>
        <a:off x="201259" y="1103399"/>
        <a:ext cx="1176368" cy="2238202"/>
      </dsp:txXfrm>
    </dsp:sp>
    <dsp:sp modelId="{6B0C2861-1AD5-4069-B5EE-8A4599E3C7DD}">
      <dsp:nvSpPr>
        <dsp:cNvPr id="0" name=""/>
        <dsp:cNvSpPr/>
      </dsp:nvSpPr>
      <dsp:spPr>
        <a:xfrm>
          <a:off x="1687569" y="0"/>
          <a:ext cx="1561958" cy="3556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Improve Feature Extraction</a:t>
          </a:r>
          <a:endParaRPr lang="en-US" sz="1400" kern="1200" dirty="0"/>
        </a:p>
      </dsp:txBody>
      <dsp:txXfrm>
        <a:off x="1687569" y="0"/>
        <a:ext cx="1561958" cy="1066800"/>
      </dsp:txXfrm>
    </dsp:sp>
    <dsp:sp modelId="{E73FD346-3FEA-47F9-B653-0D681ACD6A59}">
      <dsp:nvSpPr>
        <dsp:cNvPr id="0" name=""/>
        <dsp:cNvSpPr/>
      </dsp:nvSpPr>
      <dsp:spPr>
        <a:xfrm>
          <a:off x="1843765" y="1066800"/>
          <a:ext cx="1249566" cy="23114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Move from simple text cleaning + TF-IDF to </a:t>
          </a:r>
          <a:r>
            <a:rPr lang="en-US" sz="1200" b="1" kern="1200" dirty="0"/>
            <a:t>word embeddings (Word2Vec, </a:t>
          </a:r>
          <a:r>
            <a:rPr lang="en-US" sz="1200" b="1" kern="1200" dirty="0" err="1"/>
            <a:t>GloVe</a:t>
          </a:r>
          <a:r>
            <a:rPr lang="en-US" sz="1200" b="1" kern="1200" dirty="0"/>
            <a:t>, Sentence Transformers)</a:t>
          </a:r>
          <a:r>
            <a:rPr lang="en-US" sz="1200" kern="1200" dirty="0"/>
            <a:t> for richer representation.</a:t>
          </a:r>
        </a:p>
      </dsp:txBody>
      <dsp:txXfrm>
        <a:off x="1880364" y="1103399"/>
        <a:ext cx="1176368" cy="2238202"/>
      </dsp:txXfrm>
    </dsp:sp>
    <dsp:sp modelId="{516620FC-D535-4068-B8AF-0746D3A9E6F9}">
      <dsp:nvSpPr>
        <dsp:cNvPr id="0" name=""/>
        <dsp:cNvSpPr/>
      </dsp:nvSpPr>
      <dsp:spPr>
        <a:xfrm>
          <a:off x="3366675" y="0"/>
          <a:ext cx="1561958" cy="3556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 Hyperparameter Optimization</a:t>
          </a:r>
          <a:endParaRPr lang="en-US" sz="1400" kern="1200" dirty="0"/>
        </a:p>
      </dsp:txBody>
      <dsp:txXfrm>
        <a:off x="3366675" y="0"/>
        <a:ext cx="1561958" cy="1066800"/>
      </dsp:txXfrm>
    </dsp:sp>
    <dsp:sp modelId="{75A6E5A1-A148-4BFB-AB36-ACD06D74DF27}">
      <dsp:nvSpPr>
        <dsp:cNvPr id="0" name=""/>
        <dsp:cNvSpPr/>
      </dsp:nvSpPr>
      <dsp:spPr>
        <a:xfrm>
          <a:off x="3522871" y="1066800"/>
          <a:ext cx="1249566" cy="2311400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 </a:t>
          </a:r>
          <a:r>
            <a:rPr lang="en-US" sz="1200" b="1" kern="1200" dirty="0"/>
            <a:t>Grid Search / </a:t>
          </a:r>
          <a:r>
            <a:rPr lang="en-US" sz="1200" b="1" kern="1200" dirty="0" err="1"/>
            <a:t>AutoML</a:t>
          </a:r>
          <a:r>
            <a:rPr lang="en-US" sz="1200" kern="1200" dirty="0"/>
            <a:t> to fine-tune Random Forest and KNN for higher accuracy.</a:t>
          </a:r>
        </a:p>
      </dsp:txBody>
      <dsp:txXfrm>
        <a:off x="3559470" y="1103399"/>
        <a:ext cx="1176368" cy="2238202"/>
      </dsp:txXfrm>
    </dsp:sp>
    <dsp:sp modelId="{30C69FF4-6659-4B49-B4BD-438549FE6C23}">
      <dsp:nvSpPr>
        <dsp:cNvPr id="0" name=""/>
        <dsp:cNvSpPr/>
      </dsp:nvSpPr>
      <dsp:spPr>
        <a:xfrm>
          <a:off x="5045780" y="0"/>
          <a:ext cx="1561958" cy="3556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Scalability</a:t>
          </a:r>
          <a:endParaRPr lang="en-US" sz="1400" kern="1200" dirty="0"/>
        </a:p>
      </dsp:txBody>
      <dsp:txXfrm>
        <a:off x="5045780" y="0"/>
        <a:ext cx="1561958" cy="1066800"/>
      </dsp:txXfrm>
    </dsp:sp>
    <dsp:sp modelId="{9261CCFB-A2CF-4398-B99D-875CBA48320A}">
      <dsp:nvSpPr>
        <dsp:cNvPr id="0" name=""/>
        <dsp:cNvSpPr/>
      </dsp:nvSpPr>
      <dsp:spPr>
        <a:xfrm>
          <a:off x="5201976" y="1066800"/>
          <a:ext cx="1249566" cy="2311400"/>
        </a:xfrm>
        <a:prstGeom prst="roundRect">
          <a:avLst>
            <a:gd name="adj" fmla="val 10000"/>
          </a:avLst>
        </a:prstGeom>
        <a:solidFill>
          <a:srgbClr val="1033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Handle </a:t>
          </a:r>
          <a:r>
            <a:rPr lang="en-US" sz="1200" b="1" kern="1200" dirty="0"/>
            <a:t>large volumes of resumes</a:t>
          </a:r>
          <a:r>
            <a:rPr lang="en-US" sz="1200" kern="1200" dirty="0"/>
            <a:t> efficiently with distributed processing.</a:t>
          </a:r>
        </a:p>
      </dsp:txBody>
      <dsp:txXfrm>
        <a:off x="5238575" y="1103399"/>
        <a:ext cx="1176368" cy="2238202"/>
      </dsp:txXfrm>
    </dsp:sp>
    <dsp:sp modelId="{FB18756D-3A14-4E7C-B37D-F379578DE5C8}">
      <dsp:nvSpPr>
        <dsp:cNvPr id="0" name=""/>
        <dsp:cNvSpPr/>
      </dsp:nvSpPr>
      <dsp:spPr>
        <a:xfrm>
          <a:off x="6724886" y="0"/>
          <a:ext cx="1561958" cy="3556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Real-Time Processing</a:t>
          </a:r>
          <a:endParaRPr lang="en-US" sz="1400" kern="1200" dirty="0"/>
        </a:p>
      </dsp:txBody>
      <dsp:txXfrm>
        <a:off x="6724886" y="0"/>
        <a:ext cx="1561958" cy="1066800"/>
      </dsp:txXfrm>
    </dsp:sp>
    <dsp:sp modelId="{1B398F2C-8E40-4FC2-A76F-7F7BC4128F64}">
      <dsp:nvSpPr>
        <dsp:cNvPr id="0" name=""/>
        <dsp:cNvSpPr/>
      </dsp:nvSpPr>
      <dsp:spPr>
        <a:xfrm>
          <a:off x="6881082" y="1066800"/>
          <a:ext cx="1249566" cy="2311400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Allow recruiters to upload resumes and get instant screening feedback.</a:t>
          </a:r>
        </a:p>
      </dsp:txBody>
      <dsp:txXfrm>
        <a:off x="6917681" y="1103399"/>
        <a:ext cx="1176368" cy="2238202"/>
      </dsp:txXfrm>
    </dsp:sp>
    <dsp:sp modelId="{0E6AB59F-CA05-47F5-B358-3443B9F1D8C7}">
      <dsp:nvSpPr>
        <dsp:cNvPr id="0" name=""/>
        <dsp:cNvSpPr/>
      </dsp:nvSpPr>
      <dsp:spPr>
        <a:xfrm>
          <a:off x="8403991" y="0"/>
          <a:ext cx="1561958" cy="3556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Integration</a:t>
          </a:r>
          <a:endParaRPr lang="en-US" sz="1400" kern="1200" dirty="0"/>
        </a:p>
      </dsp:txBody>
      <dsp:txXfrm>
        <a:off x="8403991" y="0"/>
        <a:ext cx="1561958" cy="1066800"/>
      </dsp:txXfrm>
    </dsp:sp>
    <dsp:sp modelId="{5D82D478-4E44-4726-B521-841A8BF12CF9}">
      <dsp:nvSpPr>
        <dsp:cNvPr id="0" name=""/>
        <dsp:cNvSpPr/>
      </dsp:nvSpPr>
      <dsp:spPr>
        <a:xfrm>
          <a:off x="8560187" y="1066800"/>
          <a:ext cx="1249566" cy="23114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Connect with </a:t>
          </a:r>
          <a:r>
            <a:rPr lang="en-US" sz="1200" b="1" kern="1200" dirty="0"/>
            <a:t>LinkedIn / Job Portals / ATS systems</a:t>
          </a:r>
          <a:r>
            <a:rPr lang="en-US" sz="1200" kern="1200" dirty="0"/>
            <a:t> for end-to-end recruitment workflow.</a:t>
          </a:r>
        </a:p>
      </dsp:txBody>
      <dsp:txXfrm>
        <a:off x="8596786" y="1103399"/>
        <a:ext cx="1176368" cy="2238202"/>
      </dsp:txXfrm>
    </dsp:sp>
    <dsp:sp modelId="{9EA9FC3D-6D04-4877-B1A7-9840E8109BBF}">
      <dsp:nvSpPr>
        <dsp:cNvPr id="0" name=""/>
        <dsp:cNvSpPr/>
      </dsp:nvSpPr>
      <dsp:spPr>
        <a:xfrm>
          <a:off x="10083097" y="0"/>
          <a:ext cx="1561958" cy="3556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Explainability</a:t>
          </a:r>
          <a:endParaRPr lang="en-US" sz="1400" kern="1200" dirty="0"/>
        </a:p>
      </dsp:txBody>
      <dsp:txXfrm>
        <a:off x="10083097" y="0"/>
        <a:ext cx="1561958" cy="1066800"/>
      </dsp:txXfrm>
    </dsp:sp>
    <dsp:sp modelId="{6BBB7E8C-80C3-42DB-87DF-0DE3E1DA0A0D}">
      <dsp:nvSpPr>
        <dsp:cNvPr id="0" name=""/>
        <dsp:cNvSpPr/>
      </dsp:nvSpPr>
      <dsp:spPr>
        <a:xfrm>
          <a:off x="10239293" y="1066800"/>
          <a:ext cx="1249566" cy="2311400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Add </a:t>
          </a:r>
          <a:r>
            <a:rPr lang="en-US" sz="1200" b="1" kern="1200" dirty="0"/>
            <a:t>model interpretability</a:t>
          </a:r>
          <a:r>
            <a:rPr lang="en-US" sz="1200" kern="1200" dirty="0"/>
            <a:t> (feature importance, SHAP values) so recruiters understand why a resume got a certain score.</a:t>
          </a:r>
        </a:p>
      </dsp:txBody>
      <dsp:txXfrm>
        <a:off x="10275892" y="1103399"/>
        <a:ext cx="1176368" cy="2238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9/13/2025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3660" y="2386397"/>
            <a:ext cx="9430512" cy="1243584"/>
          </a:xfrm>
        </p:spPr>
        <p:txBody>
          <a:bodyPr/>
          <a:lstStyle/>
          <a:p>
            <a:pPr algn="ctr"/>
            <a:r>
              <a:rPr lang="en-US" dirty="0"/>
              <a:t>RESUME</a:t>
            </a:r>
            <a:br>
              <a:rPr lang="en-US" dirty="0"/>
            </a:br>
            <a:r>
              <a:rPr lang="en-US" dirty="0"/>
              <a:t> SUITABILITY SCREENER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7272" y="3768261"/>
            <a:ext cx="8172932" cy="868680"/>
          </a:xfrm>
        </p:spPr>
        <p:txBody>
          <a:bodyPr/>
          <a:lstStyle/>
          <a:p>
            <a:r>
              <a:rPr lang="en-US" dirty="0"/>
              <a:t>Developed using Python, Streamlit,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95825"/>
            <a:ext cx="8296407" cy="859055"/>
          </a:xfrm>
        </p:spPr>
        <p:txBody>
          <a:bodyPr>
            <a:noAutofit/>
          </a:bodyPr>
          <a:lstStyle/>
          <a:p>
            <a:r>
              <a:rPr lang="en-US" dirty="0"/>
              <a:t>PROJECT CONTRIBUTORS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66847"/>
            <a:ext cx="6803136" cy="1216712"/>
          </a:xfrm>
        </p:spPr>
        <p:txBody>
          <a:bodyPr>
            <a:normAutofit/>
          </a:bodyPr>
          <a:lstStyle/>
          <a:p>
            <a:r>
              <a:rPr lang="en-US" dirty="0"/>
              <a:t>Divyanka Barnwal		BCA, 3</a:t>
            </a:r>
            <a:r>
              <a:rPr lang="en-US" baseline="30000" dirty="0"/>
              <a:t>rd</a:t>
            </a:r>
            <a:r>
              <a:rPr lang="en-US" dirty="0"/>
              <a:t> Year</a:t>
            </a:r>
          </a:p>
          <a:p>
            <a:r>
              <a:rPr lang="en-US" dirty="0"/>
              <a:t>Senha Ghosh			BCA, 3</a:t>
            </a:r>
            <a:r>
              <a:rPr lang="en-US" baseline="30000" dirty="0"/>
              <a:t>rd</a:t>
            </a:r>
            <a:r>
              <a:rPr lang="en-US" dirty="0"/>
              <a:t> Year</a:t>
            </a:r>
          </a:p>
          <a:p>
            <a:r>
              <a:rPr lang="en-US" dirty="0"/>
              <a:t>Shreyashi Chatterjee 	BCA, 3</a:t>
            </a:r>
            <a:r>
              <a:rPr lang="en-US" baseline="30000" dirty="0"/>
              <a:t>rd</a:t>
            </a:r>
            <a:r>
              <a:rPr lang="en-US" dirty="0"/>
              <a:t> Year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D4863-3292-F393-1596-B5174D7A78C0}"/>
              </a:ext>
            </a:extLst>
          </p:cNvPr>
          <p:cNvSpPr txBox="1"/>
          <p:nvPr/>
        </p:nvSpPr>
        <p:spPr>
          <a:xfrm>
            <a:off x="655320" y="1963480"/>
            <a:ext cx="7432040" cy="42473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The Resume Suitability Screener is a </a:t>
            </a:r>
            <a:r>
              <a:rPr lang="en-US" b="1" dirty="0">
                <a:solidFill>
                  <a:schemeClr val="bg1"/>
                </a:solidFill>
              </a:rPr>
              <a:t>Machine Learning-based tool</a:t>
            </a:r>
            <a:r>
              <a:rPr lang="en-US" dirty="0">
                <a:solidFill>
                  <a:schemeClr val="bg1"/>
                </a:solidFill>
              </a:rPr>
              <a:t> designed to simplify and automate the initial resume evaluation process.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	By leveraging algorithms like </a:t>
            </a:r>
            <a:r>
              <a:rPr lang="en-US" b="1" dirty="0">
                <a:solidFill>
                  <a:schemeClr val="bg1"/>
                </a:solidFill>
              </a:rPr>
              <a:t>Random Forest and K-Nearest Neighbors (KNN)</a:t>
            </a:r>
            <a:r>
              <a:rPr lang="en-US" dirty="0">
                <a:solidFill>
                  <a:schemeClr val="bg1"/>
                </a:solidFill>
              </a:rPr>
              <a:t>, the system can quickly assess how well each resume matches a selected job role, providing a </a:t>
            </a:r>
            <a:r>
              <a:rPr lang="en-US" b="1" dirty="0">
                <a:solidFill>
                  <a:schemeClr val="bg1"/>
                </a:solidFill>
              </a:rPr>
              <a:t>suitability score</a:t>
            </a:r>
            <a:r>
              <a:rPr lang="en-US" dirty="0">
                <a:solidFill>
                  <a:schemeClr val="bg1"/>
                </a:solidFill>
              </a:rPr>
              <a:t> for every candidate.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       	It can handle </a:t>
            </a:r>
            <a:r>
              <a:rPr lang="en-US" b="1" dirty="0">
                <a:solidFill>
                  <a:schemeClr val="bg1"/>
                </a:solidFill>
              </a:rPr>
              <a:t>multiple resumes simultaneously</a:t>
            </a:r>
            <a:r>
              <a:rPr lang="en-US" dirty="0">
                <a:solidFill>
                  <a:schemeClr val="bg1"/>
                </a:solidFill>
              </a:rPr>
              <a:t>, making it practical for real-world recruitment scenarios. The results are presented in </a:t>
            </a:r>
            <a:r>
              <a:rPr lang="en-US" b="1" dirty="0">
                <a:solidFill>
                  <a:schemeClr val="bg1"/>
                </a:solidFill>
              </a:rPr>
              <a:t>clear visualizations such as donut charts</a:t>
            </a:r>
            <a:r>
              <a:rPr lang="en-US" dirty="0">
                <a:solidFill>
                  <a:schemeClr val="bg1"/>
                </a:solidFill>
              </a:rPr>
              <a:t>, allowing recruiters to easily compare candidates at a glance.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	This system aims to </a:t>
            </a:r>
            <a:r>
              <a:rPr lang="en-US" b="1" dirty="0">
                <a:solidFill>
                  <a:schemeClr val="bg1"/>
                </a:solidFill>
              </a:rPr>
              <a:t>save time, ensure fairness, and improve efficiency</a:t>
            </a:r>
            <a:r>
              <a:rPr lang="en-US" dirty="0">
                <a:solidFill>
                  <a:schemeClr val="bg1"/>
                </a:solidFill>
              </a:rPr>
              <a:t> in the recruitment process, enabling recruiters to focus on selecting the best talent rather than manually screening resumes.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431AB-C228-A7F3-67CB-8AC8C2F3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AACFAF7-BBAC-C386-82A8-E7190AFE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923B17-7B8D-1A9A-AA5A-3165978FEF30}"/>
              </a:ext>
            </a:extLst>
          </p:cNvPr>
          <p:cNvGraphicFramePr/>
          <p:nvPr/>
        </p:nvGraphicFramePr>
        <p:xfrm>
          <a:off x="533400" y="1967696"/>
          <a:ext cx="8074467" cy="4712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B61870-AC6E-6069-4567-C31C3B92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905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773B6-F918-58B0-5705-B72C8038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C8E158-7F4E-9C61-83FD-90377AF0E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PURPOSE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5D503B-0207-4644-4A4B-7152821D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E1142E7-5EF0-2CF1-7606-5372B4F45E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4567699"/>
              </p:ext>
            </p:extLst>
          </p:nvPr>
        </p:nvGraphicFramePr>
        <p:xfrm>
          <a:off x="1022998" y="1320801"/>
          <a:ext cx="8121001" cy="4906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D2656F-799A-C511-DD1A-77613B24138B}"/>
              </a:ext>
            </a:extLst>
          </p:cNvPr>
          <p:cNvSpPr txBox="1"/>
          <p:nvPr/>
        </p:nvSpPr>
        <p:spPr>
          <a:xfrm>
            <a:off x="1236707" y="1615710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E6F31-8375-575E-CC62-A1AC9F352D44}"/>
              </a:ext>
            </a:extLst>
          </p:cNvPr>
          <p:cNvSpPr txBox="1"/>
          <p:nvPr/>
        </p:nvSpPr>
        <p:spPr>
          <a:xfrm>
            <a:off x="1706707" y="2474310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FEE1C-7F2A-6802-8593-BBC7B2D72FC6}"/>
              </a:ext>
            </a:extLst>
          </p:cNvPr>
          <p:cNvSpPr txBox="1"/>
          <p:nvPr/>
        </p:nvSpPr>
        <p:spPr>
          <a:xfrm>
            <a:off x="1844040" y="342010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E4407-B822-D59D-784A-1DE56F3483C3}"/>
              </a:ext>
            </a:extLst>
          </p:cNvPr>
          <p:cNvSpPr txBox="1"/>
          <p:nvPr/>
        </p:nvSpPr>
        <p:spPr>
          <a:xfrm>
            <a:off x="1706707" y="433570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71100-8020-3CA1-A69B-EB082CA20B55}"/>
              </a:ext>
            </a:extLst>
          </p:cNvPr>
          <p:cNvSpPr txBox="1"/>
          <p:nvPr/>
        </p:nvSpPr>
        <p:spPr>
          <a:xfrm>
            <a:off x="1236707" y="526932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59069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D18A-FD40-C2EC-B9E0-27224F4BF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168A7D-4F61-A1CC-4B31-7F679E92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ML IN THE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6C2BE5-95AB-CB89-2D65-964D5502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B2AA4055-638E-0460-8608-72B13C402D31}"/>
              </a:ext>
            </a:extLst>
          </p:cNvPr>
          <p:cNvSpPr/>
          <p:nvPr/>
        </p:nvSpPr>
        <p:spPr>
          <a:xfrm rot="16200000" flipH="1">
            <a:off x="8649875" y="2658056"/>
            <a:ext cx="3809225" cy="2313995"/>
          </a:xfrm>
          <a:prstGeom prst="wedgeRect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6878EC22-E133-4955-3FBF-3A5E9686EE66}"/>
              </a:ext>
            </a:extLst>
          </p:cNvPr>
          <p:cNvSpPr/>
          <p:nvPr/>
        </p:nvSpPr>
        <p:spPr>
          <a:xfrm rot="16200000" flipH="1">
            <a:off x="6335881" y="2658057"/>
            <a:ext cx="3809225" cy="2313996"/>
          </a:xfrm>
          <a:prstGeom prst="wedgeRectCallou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2281A63-3FB2-D61C-8A93-52095F9B9712}"/>
              </a:ext>
            </a:extLst>
          </p:cNvPr>
          <p:cNvSpPr/>
          <p:nvPr/>
        </p:nvSpPr>
        <p:spPr>
          <a:xfrm rot="16200000" flipH="1">
            <a:off x="4046764" y="2658055"/>
            <a:ext cx="3809225" cy="2313997"/>
          </a:xfrm>
          <a:prstGeom prst="wedgeRectCallou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C9B7338A-223C-FFC8-64D7-2C7EBC1AACBC}"/>
              </a:ext>
            </a:extLst>
          </p:cNvPr>
          <p:cNvSpPr/>
          <p:nvPr/>
        </p:nvSpPr>
        <p:spPr>
          <a:xfrm rot="16200000" flipH="1">
            <a:off x="1757647" y="2658053"/>
            <a:ext cx="3809225" cy="2313996"/>
          </a:xfrm>
          <a:prstGeom prst="wedgeRectCallou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B5683BCC-7650-6FEE-D824-B6F4014FFC44}"/>
              </a:ext>
            </a:extLst>
          </p:cNvPr>
          <p:cNvSpPr/>
          <p:nvPr/>
        </p:nvSpPr>
        <p:spPr>
          <a:xfrm rot="16200000" flipH="1">
            <a:off x="-556350" y="2658053"/>
            <a:ext cx="3809225" cy="2313996"/>
          </a:xfrm>
          <a:prstGeom prst="wedgeRectCallou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8C8122-1AB0-3972-99CB-2CC93E3A5C4A}"/>
              </a:ext>
            </a:extLst>
          </p:cNvPr>
          <p:cNvSpPr txBox="1"/>
          <p:nvPr/>
        </p:nvSpPr>
        <p:spPr>
          <a:xfrm>
            <a:off x="374794" y="2314640"/>
            <a:ext cx="1946935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Resume Upload &amp; Preprocessing</a:t>
            </a:r>
            <a:endParaRPr lang="en-US" dirty="0"/>
          </a:p>
          <a:p>
            <a:pPr algn="ctr"/>
            <a:endParaRPr lang="en-US" sz="1500" dirty="0"/>
          </a:p>
          <a:p>
            <a:pPr algn="ctr"/>
            <a:r>
              <a:rPr lang="en-US" sz="1500" dirty="0"/>
              <a:t>Resumes are uploaded in PDF/DOC format.</a:t>
            </a:r>
          </a:p>
          <a:p>
            <a:pPr algn="ctr"/>
            <a:r>
              <a:rPr lang="en-US" sz="1500" dirty="0"/>
              <a:t>Text is extracted, cleaned (stopwords removed, tokenization applied).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39B67-E7F9-62EF-A439-83DEE39D3637}"/>
              </a:ext>
            </a:extLst>
          </p:cNvPr>
          <p:cNvSpPr txBox="1"/>
          <p:nvPr/>
        </p:nvSpPr>
        <p:spPr>
          <a:xfrm>
            <a:off x="2794508" y="2314640"/>
            <a:ext cx="18800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Extraction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1500" dirty="0"/>
              <a:t>Convert resume text into numerical vectors using </a:t>
            </a:r>
            <a:r>
              <a:rPr lang="en-US" sz="1500" b="1" dirty="0"/>
              <a:t>TF-IDF</a:t>
            </a:r>
            <a:r>
              <a:rPr lang="en-US" sz="1500" dirty="0"/>
              <a:t>. Important skills/keywords are highlighted.</a:t>
            </a:r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CB06F3-953F-4093-1C23-E6982D40ED8B}"/>
              </a:ext>
            </a:extLst>
          </p:cNvPr>
          <p:cNvSpPr txBox="1"/>
          <p:nvPr/>
        </p:nvSpPr>
        <p:spPr>
          <a:xfrm>
            <a:off x="5009544" y="2314640"/>
            <a:ext cx="1883664" cy="3090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Training</a:t>
            </a:r>
            <a:endParaRPr lang="en-US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Past labeled resumes (job role → suitable/unsuitable) are used.</a:t>
            </a:r>
          </a:p>
          <a:p>
            <a:pPr algn="ctr"/>
            <a:r>
              <a:rPr lang="en-US" sz="1400" dirty="0"/>
              <a:t>Algorithms used: </a:t>
            </a:r>
            <a:r>
              <a:rPr lang="en-US" sz="1400" b="1" dirty="0"/>
              <a:t>Random Forest</a:t>
            </a:r>
            <a:r>
              <a:rPr lang="en-US" sz="1400" dirty="0"/>
              <a:t> and </a:t>
            </a:r>
            <a:r>
              <a:rPr lang="en-US" sz="1400" b="1" dirty="0"/>
              <a:t>KNN</a:t>
            </a:r>
            <a:r>
              <a:rPr lang="en-US" sz="1400" dirty="0"/>
              <a:t>.</a:t>
            </a:r>
          </a:p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FACED8-9309-BCA5-6840-31A241D9CFAF}"/>
              </a:ext>
            </a:extLst>
          </p:cNvPr>
          <p:cNvSpPr txBox="1"/>
          <p:nvPr/>
        </p:nvSpPr>
        <p:spPr>
          <a:xfrm>
            <a:off x="7323539" y="2314640"/>
            <a:ext cx="18836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Prediction &amp; Scoring</a:t>
            </a:r>
          </a:p>
          <a:p>
            <a:pPr algn="ctr"/>
            <a:endParaRPr lang="en-US" b="1" dirty="0"/>
          </a:p>
          <a:p>
            <a:pPr algn="ctr"/>
            <a:endParaRPr lang="en-US" dirty="0"/>
          </a:p>
          <a:p>
            <a:pPr algn="ctr"/>
            <a:r>
              <a:rPr lang="en-US" sz="1400" dirty="0"/>
              <a:t>For each uploaded resume, the trained model predicts suitability.</a:t>
            </a:r>
          </a:p>
          <a:p>
            <a:pPr algn="ctr"/>
            <a:r>
              <a:rPr lang="en-US" sz="1400" dirty="0"/>
              <a:t>A </a:t>
            </a:r>
            <a:r>
              <a:rPr lang="en-US" sz="1400" b="1" dirty="0"/>
              <a:t>score (%)</a:t>
            </a:r>
            <a:r>
              <a:rPr lang="en-US" sz="1400" dirty="0"/>
              <a:t> is assigned showing how well the resume matches the selected job role.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F757EA-37F0-03EC-B5F9-251FA6A9C1D4}"/>
              </a:ext>
            </a:extLst>
          </p:cNvPr>
          <p:cNvSpPr txBox="1"/>
          <p:nvPr/>
        </p:nvSpPr>
        <p:spPr>
          <a:xfrm>
            <a:off x="9612656" y="2314640"/>
            <a:ext cx="188366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Visualization</a:t>
            </a:r>
            <a:endParaRPr lang="en-US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Scores are shown in a </a:t>
            </a:r>
            <a:r>
              <a:rPr lang="en-US" sz="1400" b="1" dirty="0"/>
              <a:t>donut chart</a:t>
            </a:r>
            <a:r>
              <a:rPr lang="en-US" sz="1400" dirty="0"/>
              <a:t> for quick comparison between candidates.</a:t>
            </a:r>
          </a:p>
        </p:txBody>
      </p:sp>
    </p:spTree>
    <p:extLst>
      <p:ext uri="{BB962C8B-B14F-4D97-AF65-F5344CB8AC3E}">
        <p14:creationId xmlns:p14="http://schemas.microsoft.com/office/powerpoint/2010/main" val="273492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8324-3251-CD9B-E0C7-A034EC51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D08FC4-31E5-9A1D-DFD6-99672ED4C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USED IN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BB81C3-BD5C-F941-6EE1-A2F48F76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1C9FB-06A7-0D3C-C3ED-5BC176B45148}"/>
              </a:ext>
            </a:extLst>
          </p:cNvPr>
          <p:cNvSpPr txBox="1"/>
          <p:nvPr/>
        </p:nvSpPr>
        <p:spPr>
          <a:xfrm>
            <a:off x="4663440" y="1808612"/>
            <a:ext cx="7294880" cy="120032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Key Principle</a:t>
            </a:r>
            <a:endParaRPr lang="en-US" altLang="en-US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   Combines multiple decision trees (majority voting).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Why Used in Project?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   Improves accuracy, reduces overfitting, handles noisy resume data.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F9104-4883-1407-B3D7-D5FBA5A7D8F1}"/>
              </a:ext>
            </a:extLst>
          </p:cNvPr>
          <p:cNvSpPr txBox="1"/>
          <p:nvPr/>
        </p:nvSpPr>
        <p:spPr>
          <a:xfrm>
            <a:off x="4663440" y="3659154"/>
            <a:ext cx="7294880" cy="120032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Key Principle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   Classifies based on similarity to nearest data points.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Why Used in Project?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Arial" panose="020B0604020202020204" pitchFamily="34" charset="0"/>
              </a:rPr>
              <a:t>   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Simple, effective after TF-IDF, good for detecting skill patterns.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89BA2D-96F6-0C06-A26D-B269469BF01A}"/>
              </a:ext>
            </a:extLst>
          </p:cNvPr>
          <p:cNvSpPr txBox="1"/>
          <p:nvPr/>
        </p:nvSpPr>
        <p:spPr>
          <a:xfrm>
            <a:off x="4663440" y="3252535"/>
            <a:ext cx="729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K-Nearest Neighbors (KNN)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E970C1-8AC5-D597-7ABD-8884E198C2EA}"/>
              </a:ext>
            </a:extLst>
          </p:cNvPr>
          <p:cNvSpPr txBox="1"/>
          <p:nvPr/>
        </p:nvSpPr>
        <p:spPr>
          <a:xfrm>
            <a:off x="4663440" y="1401993"/>
            <a:ext cx="729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Random Forest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CEFA8E-BDBC-8859-CE3F-FE290B77C66C}"/>
              </a:ext>
            </a:extLst>
          </p:cNvPr>
          <p:cNvSpPr/>
          <p:nvPr/>
        </p:nvSpPr>
        <p:spPr>
          <a:xfrm>
            <a:off x="1463040" y="1450431"/>
            <a:ext cx="1696720" cy="5355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Resume Text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4C2517-21E0-04D0-FD98-025F5C12A259}"/>
              </a:ext>
            </a:extLst>
          </p:cNvPr>
          <p:cNvSpPr/>
          <p:nvPr/>
        </p:nvSpPr>
        <p:spPr>
          <a:xfrm>
            <a:off x="1463040" y="2427261"/>
            <a:ext cx="1696720" cy="5355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TF-IDF Vector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A33183D-C8CE-29FC-D29B-BE6445D5A025}"/>
              </a:ext>
            </a:extLst>
          </p:cNvPr>
          <p:cNvSpPr/>
          <p:nvPr/>
        </p:nvSpPr>
        <p:spPr>
          <a:xfrm>
            <a:off x="172720" y="3407344"/>
            <a:ext cx="1696720" cy="100758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Random Forest (Decision Trees)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4FD9F91-8E0E-0ACA-0797-BEFE1821166F}"/>
              </a:ext>
            </a:extLst>
          </p:cNvPr>
          <p:cNvSpPr/>
          <p:nvPr/>
        </p:nvSpPr>
        <p:spPr>
          <a:xfrm>
            <a:off x="2753360" y="3407344"/>
            <a:ext cx="1696720" cy="100758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KNN (Nearest Neighbors)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28E0AC1-65BC-45C9-5170-700BB779D78B}"/>
              </a:ext>
            </a:extLst>
          </p:cNvPr>
          <p:cNvSpPr/>
          <p:nvPr/>
        </p:nvSpPr>
        <p:spPr>
          <a:xfrm>
            <a:off x="1463040" y="4859483"/>
            <a:ext cx="1696720" cy="5355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Suitability Score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1BBA8DA-6AE0-1356-1C8D-72308691E5B1}"/>
              </a:ext>
            </a:extLst>
          </p:cNvPr>
          <p:cNvSpPr/>
          <p:nvPr/>
        </p:nvSpPr>
        <p:spPr>
          <a:xfrm>
            <a:off x="1463040" y="5836313"/>
            <a:ext cx="1696720" cy="5355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Donut Chart 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83DA4025-B767-A675-BF5D-4B930462E21A}"/>
              </a:ext>
            </a:extLst>
          </p:cNvPr>
          <p:cNvSpPr/>
          <p:nvPr/>
        </p:nvSpPr>
        <p:spPr>
          <a:xfrm>
            <a:off x="2153920" y="1982709"/>
            <a:ext cx="274320" cy="44455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C803C5E8-5FCD-0DB4-5DC1-B596C039E781}"/>
              </a:ext>
            </a:extLst>
          </p:cNvPr>
          <p:cNvSpPr/>
          <p:nvPr/>
        </p:nvSpPr>
        <p:spPr>
          <a:xfrm>
            <a:off x="2153920" y="5407569"/>
            <a:ext cx="274320" cy="44455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Bent 38">
            <a:extLst>
              <a:ext uri="{FF2B5EF4-FFF2-40B4-BE49-F238E27FC236}">
                <a16:creationId xmlns:a16="http://schemas.microsoft.com/office/drawing/2014/main" id="{F050B6CA-C916-7AC7-AAAE-BF044801B643}"/>
              </a:ext>
            </a:extLst>
          </p:cNvPr>
          <p:cNvSpPr/>
          <p:nvPr/>
        </p:nvSpPr>
        <p:spPr>
          <a:xfrm rot="5400000">
            <a:off x="3058922" y="2691112"/>
            <a:ext cx="813816" cy="612140"/>
          </a:xfrm>
          <a:prstGeom prst="ben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Arrow: Bent 39">
            <a:extLst>
              <a:ext uri="{FF2B5EF4-FFF2-40B4-BE49-F238E27FC236}">
                <a16:creationId xmlns:a16="http://schemas.microsoft.com/office/drawing/2014/main" id="{0BA377EB-08EC-FB17-ED2C-C2F7DF11C906}"/>
              </a:ext>
            </a:extLst>
          </p:cNvPr>
          <p:cNvSpPr/>
          <p:nvPr/>
        </p:nvSpPr>
        <p:spPr>
          <a:xfrm rot="16200000" flipH="1">
            <a:off x="750062" y="2691112"/>
            <a:ext cx="813816" cy="612140"/>
          </a:xfrm>
          <a:prstGeom prst="ben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4A31593-D883-3581-9FC3-EDAE38279ED8}"/>
              </a:ext>
            </a:extLst>
          </p:cNvPr>
          <p:cNvSpPr/>
          <p:nvPr/>
        </p:nvSpPr>
        <p:spPr>
          <a:xfrm>
            <a:off x="1864078" y="3794760"/>
            <a:ext cx="899724" cy="1050220"/>
          </a:xfrm>
          <a:custGeom>
            <a:avLst/>
            <a:gdLst>
              <a:gd name="connsiteX0" fmla="*/ 358422 w 899724"/>
              <a:gd name="connsiteY0" fmla="*/ 0 h 1050220"/>
              <a:gd name="connsiteX1" fmla="*/ 495582 w 899724"/>
              <a:gd name="connsiteY1" fmla="*/ 0 h 1050220"/>
              <a:gd name="connsiteX2" fmla="*/ 495582 w 899724"/>
              <a:gd name="connsiteY2" fmla="*/ 10327 h 1050220"/>
              <a:gd name="connsiteX3" fmla="*/ 899724 w 899724"/>
              <a:gd name="connsiteY3" fmla="*/ 10327 h 1050220"/>
              <a:gd name="connsiteX4" fmla="*/ 899724 w 899724"/>
              <a:gd name="connsiteY4" fmla="*/ 207925 h 1050220"/>
              <a:gd name="connsiteX5" fmla="*/ 495582 w 899724"/>
              <a:gd name="connsiteY5" fmla="*/ 207925 h 1050220"/>
              <a:gd name="connsiteX6" fmla="*/ 495582 w 899724"/>
              <a:gd name="connsiteY6" fmla="*/ 913060 h 1050220"/>
              <a:gd name="connsiteX7" fmla="*/ 564162 w 899724"/>
              <a:gd name="connsiteY7" fmla="*/ 913060 h 1050220"/>
              <a:gd name="connsiteX8" fmla="*/ 427002 w 899724"/>
              <a:gd name="connsiteY8" fmla="*/ 1050220 h 1050220"/>
              <a:gd name="connsiteX9" fmla="*/ 289842 w 899724"/>
              <a:gd name="connsiteY9" fmla="*/ 913060 h 1050220"/>
              <a:gd name="connsiteX10" fmla="*/ 358422 w 899724"/>
              <a:gd name="connsiteY10" fmla="*/ 913060 h 1050220"/>
              <a:gd name="connsiteX11" fmla="*/ 358422 w 899724"/>
              <a:gd name="connsiteY11" fmla="*/ 207925 h 1050220"/>
              <a:gd name="connsiteX12" fmla="*/ 0 w 899724"/>
              <a:gd name="connsiteY12" fmla="*/ 207925 h 1050220"/>
              <a:gd name="connsiteX13" fmla="*/ 0 w 899724"/>
              <a:gd name="connsiteY13" fmla="*/ 10327 h 1050220"/>
              <a:gd name="connsiteX14" fmla="*/ 358422 w 899724"/>
              <a:gd name="connsiteY14" fmla="*/ 10327 h 105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99724" h="1050220">
                <a:moveTo>
                  <a:pt x="358422" y="0"/>
                </a:moveTo>
                <a:lnTo>
                  <a:pt x="495582" y="0"/>
                </a:lnTo>
                <a:lnTo>
                  <a:pt x="495582" y="10327"/>
                </a:lnTo>
                <a:lnTo>
                  <a:pt x="899724" y="10327"/>
                </a:lnTo>
                <a:lnTo>
                  <a:pt x="899724" y="207925"/>
                </a:lnTo>
                <a:lnTo>
                  <a:pt x="495582" y="207925"/>
                </a:lnTo>
                <a:lnTo>
                  <a:pt x="495582" y="913060"/>
                </a:lnTo>
                <a:lnTo>
                  <a:pt x="564162" y="913060"/>
                </a:lnTo>
                <a:lnTo>
                  <a:pt x="427002" y="1050220"/>
                </a:lnTo>
                <a:lnTo>
                  <a:pt x="289842" y="913060"/>
                </a:lnTo>
                <a:lnTo>
                  <a:pt x="358422" y="913060"/>
                </a:lnTo>
                <a:lnTo>
                  <a:pt x="358422" y="207925"/>
                </a:lnTo>
                <a:lnTo>
                  <a:pt x="0" y="207925"/>
                </a:lnTo>
                <a:lnTo>
                  <a:pt x="0" y="10327"/>
                </a:lnTo>
                <a:lnTo>
                  <a:pt x="358422" y="10327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0EF64F-2939-FD9F-8C1D-B4D9A37E7C93}"/>
              </a:ext>
            </a:extLst>
          </p:cNvPr>
          <p:cNvSpPr txBox="1"/>
          <p:nvPr/>
        </p:nvSpPr>
        <p:spPr>
          <a:xfrm>
            <a:off x="4663440" y="5541746"/>
            <a:ext cx="7294880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Random Forest = stability &amp; accuracy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KNN = similarity &amp; local pattern detection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Together = balanced, reliable resume screening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6F7326-6D1B-30C7-D0B9-BC9B9194DD2F}"/>
              </a:ext>
            </a:extLst>
          </p:cNvPr>
          <p:cNvSpPr txBox="1"/>
          <p:nvPr/>
        </p:nvSpPr>
        <p:spPr>
          <a:xfrm>
            <a:off x="4663440" y="5141956"/>
            <a:ext cx="729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20230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08673-A192-49C5-790D-09D2A6A3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45EF5-584F-AE5A-40F7-BC63712E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6F7F0E6-72C9-0423-BE0D-686CF533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OF THE PROJECT 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619E62-FF0B-4B33-F56B-EA5562595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97" r="11445" b="23967"/>
          <a:stretch>
            <a:fillRect/>
          </a:stretch>
        </p:blipFill>
        <p:spPr>
          <a:xfrm>
            <a:off x="225598" y="2798241"/>
            <a:ext cx="5825950" cy="34019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F96CEC-F4AC-A647-082F-3A2B639A6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00" r="13333"/>
          <a:stretch>
            <a:fillRect/>
          </a:stretch>
        </p:blipFill>
        <p:spPr>
          <a:xfrm>
            <a:off x="6140452" y="1474883"/>
            <a:ext cx="5825950" cy="34019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AF2782A-4014-E068-4E3F-54F9D6A02848}"/>
              </a:ext>
            </a:extLst>
          </p:cNvPr>
          <p:cNvSpPr txBox="1"/>
          <p:nvPr/>
        </p:nvSpPr>
        <p:spPr>
          <a:xfrm>
            <a:off x="136694" y="2151910"/>
            <a:ext cx="5825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Screenshot 1: Selection of Job Role from Dropdown Box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5C9A16-76A8-8512-9A70-F0D1CAA0442B}"/>
              </a:ext>
            </a:extLst>
          </p:cNvPr>
          <p:cNvSpPr txBox="1"/>
          <p:nvPr/>
        </p:nvSpPr>
        <p:spPr>
          <a:xfrm>
            <a:off x="6140450" y="4876800"/>
            <a:ext cx="582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Screenshot 2: Uploading Resumes for Evaluation</a:t>
            </a:r>
          </a:p>
        </p:txBody>
      </p:sp>
    </p:spTree>
    <p:extLst>
      <p:ext uri="{BB962C8B-B14F-4D97-AF65-F5344CB8AC3E}">
        <p14:creationId xmlns:p14="http://schemas.microsoft.com/office/powerpoint/2010/main" val="267136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B1D6-EFAC-A8BB-0FA1-99747502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0C29C-2E5A-E683-9D1F-A846B453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33B8B82-D05D-BE05-7086-85874F89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OF THE PROJECT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3F9F4-CBBB-D500-46F7-B717CF658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5"/>
          <a:stretch>
            <a:fillRect/>
          </a:stretch>
        </p:blipFill>
        <p:spPr>
          <a:xfrm>
            <a:off x="254643" y="1955181"/>
            <a:ext cx="7812912" cy="37858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6EE217-20FF-1809-1C16-27F51150E9EF}"/>
              </a:ext>
            </a:extLst>
          </p:cNvPr>
          <p:cNvSpPr txBox="1"/>
          <p:nvPr/>
        </p:nvSpPr>
        <p:spPr>
          <a:xfrm>
            <a:off x="254643" y="1585849"/>
            <a:ext cx="781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Screenshot 3: Donut Graph Showing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17935-FD48-DD9C-67F8-1766963A68DA}"/>
              </a:ext>
            </a:extLst>
          </p:cNvPr>
          <p:cNvSpPr txBox="1"/>
          <p:nvPr/>
        </p:nvSpPr>
        <p:spPr>
          <a:xfrm>
            <a:off x="8474610" y="1955181"/>
            <a:ext cx="328526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>
                <a:solidFill>
                  <a:schemeClr val="bg1"/>
                </a:solidFill>
              </a:rPr>
              <a:t>Screenshot 1: Selection of Job Role from Dropdown Box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Shows the recruiter choosing the target job role.</a:t>
            </a:r>
          </a:p>
          <a:p>
            <a:pPr>
              <a:buNone/>
            </a:pPr>
            <a:r>
              <a:rPr lang="en-US" sz="1600" b="1" u="sng" dirty="0">
                <a:solidFill>
                  <a:schemeClr val="bg1"/>
                </a:solidFill>
              </a:rPr>
              <a:t>Screenshot 2: Uploading Resumes for Evaluation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Demonstrates uploading multiple resumes (PDFs) for analysis.</a:t>
            </a:r>
          </a:p>
          <a:p>
            <a:pPr>
              <a:buNone/>
            </a:pPr>
            <a:r>
              <a:rPr lang="en-US" sz="1600" b="1" u="sng" dirty="0">
                <a:solidFill>
                  <a:schemeClr val="bg1"/>
                </a:solidFill>
              </a:rPr>
              <a:t>Screenshot 3: Donut Graph Showing Comparison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Visualizes the suitability scores for all uploaded resumes in percentages.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Makes it easy to compare candidates at a glance.</a:t>
            </a:r>
          </a:p>
        </p:txBody>
      </p:sp>
    </p:spTree>
    <p:extLst>
      <p:ext uri="{BB962C8B-B14F-4D97-AF65-F5344CB8AC3E}">
        <p14:creationId xmlns:p14="http://schemas.microsoft.com/office/powerpoint/2010/main" val="388584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8C332-21DF-D49F-F2F0-12654530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800032D9-A81D-C193-C8E2-3EEAF934BB57}"/>
              </a:ext>
            </a:extLst>
          </p:cNvPr>
          <p:cNvGraphicFramePr/>
          <p:nvPr/>
        </p:nvGraphicFramePr>
        <p:xfrm>
          <a:off x="269240" y="1828800"/>
          <a:ext cx="11653520" cy="355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2B4955-7277-EC7C-33A6-493ECCB9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0E8847A-DA9F-1365-CB64-BD78CE69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383486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2BD0-E20E-04C8-C7BF-B35FFCEB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E1E6B9-006C-F346-52F1-DCD8A033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7CE706F-5803-3D6D-96CD-02F9B523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D9703-8F1A-26F0-832A-409542571CB4}"/>
              </a:ext>
            </a:extLst>
          </p:cNvPr>
          <p:cNvSpPr txBox="1"/>
          <p:nvPr/>
        </p:nvSpPr>
        <p:spPr>
          <a:xfrm>
            <a:off x="528320" y="1997839"/>
            <a:ext cx="9662160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system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automates resume screening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reducing manual effort for recruiters.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 algorithms (Random Forest &amp; KNN)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accurate candidate suitability scoring.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Handles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multiple resumes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at once and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 comparison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via donut charts.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fairness, consistency, and data-driven shortlisting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Scalable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future improvements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like advanced NLP models, multi-language support, and ATS integration.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F3A281-FD63-D4ED-CCB9-304391671E05}"/>
              </a:ext>
            </a:extLst>
          </p:cNvPr>
          <p:cNvSpPr txBox="1"/>
          <p:nvPr/>
        </p:nvSpPr>
        <p:spPr>
          <a:xfrm>
            <a:off x="528320" y="4425295"/>
            <a:ext cx="995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>
                <a:solidFill>
                  <a:schemeClr val="bg1"/>
                </a:solidFill>
              </a:rPr>
              <a:t>In a nutshell:</a:t>
            </a:r>
          </a:p>
          <a:p>
            <a:pPr>
              <a:buNone/>
            </a:pPr>
            <a:endParaRPr lang="en-US" u="sng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“A smart system that empowers recruiters to make quick and impartial hiring decisions.”</a:t>
            </a:r>
          </a:p>
        </p:txBody>
      </p:sp>
    </p:spTree>
    <p:extLst>
      <p:ext uri="{BB962C8B-B14F-4D97-AF65-F5344CB8AC3E}">
        <p14:creationId xmlns:p14="http://schemas.microsoft.com/office/powerpoint/2010/main" val="2322624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:)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200</TotalTime>
  <Words>926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Trade Gothic LT Pro</vt:lpstr>
      <vt:lpstr>Trebuchet MS</vt:lpstr>
      <vt:lpstr>Wingdings</vt:lpstr>
      <vt:lpstr>Office Theme</vt:lpstr>
      <vt:lpstr>RESUME  SUITABILITY SCREENER</vt:lpstr>
      <vt:lpstr>PROJECT CONTRIBUTORS</vt:lpstr>
      <vt:lpstr>INTRODUCTION</vt:lpstr>
      <vt:lpstr>PROJECT SCOPE</vt:lpstr>
      <vt:lpstr>PROJECT PURPOSE</vt:lpstr>
      <vt:lpstr>WORKING OF ML IN THE PROJECT</vt:lpstr>
      <vt:lpstr>ALGORITHMS USED IN PROJECT</vt:lpstr>
      <vt:lpstr>SCREENSHOTS OF THE PROJECT 1</vt:lpstr>
      <vt:lpstr>SCREENSHOTS OF THE PROJECT 2</vt:lpstr>
      <vt:lpstr>FUTURE SCOPE OF THE PROJECT</vt:lpstr>
      <vt:lpstr>CONCLUSION</vt:lpstr>
      <vt:lpstr>Thank You :)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Divyanka Barnwal</dc:creator>
  <cp:lastModifiedBy>Divyanka Barnwal</cp:lastModifiedBy>
  <cp:revision>1</cp:revision>
  <dcterms:created xsi:type="dcterms:W3CDTF">2025-09-13T13:41:34Z</dcterms:created>
  <dcterms:modified xsi:type="dcterms:W3CDTF">2025-09-13T17:01:50Z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